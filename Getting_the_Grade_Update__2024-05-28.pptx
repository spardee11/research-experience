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vnd.openxmlformats-officedocument.vmlDrawing" Extension="vml"/>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spreadsheetml.sheet" PartName="/ppt/embeddings/Microsoft_Excel_Sheet2.xlsx"/>
  <Override ContentType="application/vnd.openxmlformats-officedocument.spreadsheetml.sheet" PartName="/ppt/embeddings/Microsoft_Excel_Sheet1.xlsx"/>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14795500" cy="9309100"/>
  <p:embeddedFontLst>
    <p:embeddedFont>
      <p:font typeface="Montserrat"/>
      <p:regular r:id="rId26"/>
      <p:bold r:id="rId27"/>
      <p:italic r:id="rId28"/>
      <p:boldItalic r:id="rId29"/>
    </p:embeddedFont>
    <p:embeddedFont>
      <p:font typeface="Lato"/>
      <p:regular r:id="rId30"/>
      <p:bold r:id="rId31"/>
      <p:italic r:id="rId32"/>
      <p:boldItalic r:id="rId33"/>
    </p:embeddedFont>
    <p:embeddedFont>
      <p:font typeface="Montserrat Medium"/>
      <p:regular r:id="rId34"/>
      <p:bold r:id="rId35"/>
      <p:italic r:id="rId36"/>
      <p:boldItalic r:id="rId37"/>
    </p:embeddedFont>
    <p:embeddedFont>
      <p:font typeface="Fira Sans Extra Condensed"/>
      <p:regular r:id="rId38"/>
      <p:bold r:id="rId39"/>
      <p:italic r:id="rId40"/>
      <p:boldItalic r:id="rId41"/>
    </p:embeddedFont>
    <p:embeddedFont>
      <p:font typeface="Century Gothic"/>
      <p:regular r:id="rId42"/>
      <p:bold r:id="rId43"/>
      <p:italic r:id="rId44"/>
      <p:boldItalic r:id="rId45"/>
    </p:embeddedFont>
    <p:embeddedFont>
      <p:font typeface="Karla"/>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jUxIn7I6s3NO8zdDsr3ypV1IsF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1DEE1C-2D11-47DB-83C5-6DDFA4E9B708}">
  <a:tblStyle styleId="{F71DEE1C-2D11-47DB-83C5-6DDFA4E9B708}" styleName="Table_0">
    <a:wholeTbl>
      <a:tcTxStyle b="off" i="off">
        <a:font>
          <a:latin typeface="Arial"/>
          <a:ea typeface="Arial"/>
          <a:cs typeface="Arial"/>
        </a:font>
        <a:schemeClr val="dk1"/>
      </a:tcTxStyle>
      <a:tcStyle>
        <a:tcBdr>
          <a:left>
            <a:ln cap="flat" cmpd="sng" w="9525">
              <a:solidFill>
                <a:schemeClr val="dk1"/>
              </a:solidFill>
              <a:prstDash val="solid"/>
              <a:round/>
              <a:headEnd len="sm" w="sm" type="none"/>
              <a:tailEnd len="sm" w="sm" type="none"/>
            </a:ln>
          </a:left>
          <a:right>
            <a:ln cap="flat" cmpd="sng" w="9525">
              <a:solidFill>
                <a:schemeClr val="dk1"/>
              </a:solidFill>
              <a:prstDash val="solid"/>
              <a:round/>
              <a:headEnd len="sm" w="sm" type="none"/>
              <a:tailEnd len="sm" w="sm" type="none"/>
            </a:ln>
          </a:right>
          <a:top>
            <a:ln cap="flat" cmpd="sng" w="9525">
              <a:solidFill>
                <a:schemeClr val="dk1"/>
              </a:solidFill>
              <a:prstDash val="solid"/>
              <a:round/>
              <a:headEnd len="sm" w="sm" type="none"/>
              <a:tailEnd len="sm" w="sm" type="none"/>
            </a:ln>
          </a:top>
          <a:bottom>
            <a:ln cap="flat" cmpd="sng" w="9525">
              <a:solidFill>
                <a:schemeClr val="dk1"/>
              </a:solidFill>
              <a:prstDash val="solid"/>
              <a:round/>
              <a:headEnd len="sm" w="sm" type="none"/>
              <a:tailEnd len="sm" w="sm" type="none"/>
            </a:ln>
          </a:bottom>
          <a:insideH>
            <a:ln cap="flat" cmpd="sng" w="9525">
              <a:solidFill>
                <a:schemeClr val="dk1"/>
              </a:solidFill>
              <a:prstDash val="solid"/>
              <a:round/>
              <a:headEnd len="sm" w="sm" type="none"/>
              <a:tailEnd len="sm" w="sm" type="none"/>
            </a:ln>
          </a:insideH>
          <a:insideV>
            <a:ln cap="flat" cmpd="sng" w="9525">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b="on" i="off">
        <a:font>
          <a:latin typeface="Arial"/>
          <a:ea typeface="Arial"/>
          <a:cs typeface="Arial"/>
        </a:font>
        <a:schemeClr val="dk1"/>
      </a:tcTxStyle>
    </a:firstCol>
    <a:lastRow>
      <a:tcTxStyle/>
    </a:lastRow>
    <a:seCell>
      <a:tcTxStyle/>
    </a:seCell>
    <a:swCell>
      <a:tcTxStyle/>
    </a:swCell>
    <a:firstRow>
      <a:tcTxStyle b="on" i="off">
        <a:font>
          <a:latin typeface="Arial"/>
          <a:ea typeface="Arial"/>
          <a:cs typeface="Arial"/>
        </a:font>
        <a:schemeClr val="accent1"/>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FiraSansExtraCondensed-italic.fntdata"/><Relationship Id="rId42" Type="http://schemas.openxmlformats.org/officeDocument/2006/relationships/font" Target="fonts/CenturyGothic-regular.fntdata"/><Relationship Id="rId41" Type="http://schemas.openxmlformats.org/officeDocument/2006/relationships/font" Target="fonts/FiraSansExtraCondensed-boldItalic.fntdata"/><Relationship Id="rId44" Type="http://schemas.openxmlformats.org/officeDocument/2006/relationships/font" Target="fonts/CenturyGothic-italic.fntdata"/><Relationship Id="rId43" Type="http://schemas.openxmlformats.org/officeDocument/2006/relationships/font" Target="fonts/CenturyGothic-bold.fntdata"/><Relationship Id="rId46" Type="http://schemas.openxmlformats.org/officeDocument/2006/relationships/font" Target="fonts/Karla-regular.fntdata"/><Relationship Id="rId45" Type="http://schemas.openxmlformats.org/officeDocument/2006/relationships/font" Target="fonts/CenturyGothic-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Karla-italic.fntdata"/><Relationship Id="rId47" Type="http://schemas.openxmlformats.org/officeDocument/2006/relationships/font" Target="fonts/Karla-bold.fntdata"/><Relationship Id="rId49" Type="http://schemas.openxmlformats.org/officeDocument/2006/relationships/font" Target="fonts/Karla-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fntdata"/><Relationship Id="rId30" Type="http://schemas.openxmlformats.org/officeDocument/2006/relationships/font" Target="fonts/Lato-regular.fntdata"/><Relationship Id="rId33" Type="http://schemas.openxmlformats.org/officeDocument/2006/relationships/font" Target="fonts/Lato-boldItalic.fntdata"/><Relationship Id="rId32" Type="http://schemas.openxmlformats.org/officeDocument/2006/relationships/font" Target="fonts/Lato-italic.fntdata"/><Relationship Id="rId35" Type="http://schemas.openxmlformats.org/officeDocument/2006/relationships/font" Target="fonts/MontserratMedium-bold.fntdata"/><Relationship Id="rId34" Type="http://schemas.openxmlformats.org/officeDocument/2006/relationships/font" Target="fonts/MontserratMedium-regular.fntdata"/><Relationship Id="rId37" Type="http://schemas.openxmlformats.org/officeDocument/2006/relationships/font" Target="fonts/MontserratMedium-boldItalic.fntdata"/><Relationship Id="rId36" Type="http://schemas.openxmlformats.org/officeDocument/2006/relationships/font" Target="fonts/MontserratMedium-italic.fntdata"/><Relationship Id="rId39" Type="http://schemas.openxmlformats.org/officeDocument/2006/relationships/font" Target="fonts/FiraSansExtraCondensed-bold.fntdata"/><Relationship Id="rId38" Type="http://schemas.openxmlformats.org/officeDocument/2006/relationships/font" Target="fonts/FiraSansExtraCondensed-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Montserrat-regular.fntdata"/><Relationship Id="rId25" Type="http://schemas.openxmlformats.org/officeDocument/2006/relationships/slide" Target="slides/slide19.xml"/><Relationship Id="rId28" Type="http://schemas.openxmlformats.org/officeDocument/2006/relationships/font" Target="fonts/Montserrat-italic.fntdata"/><Relationship Id="rId27" Type="http://schemas.openxmlformats.org/officeDocument/2006/relationships/font" Target="fonts/Montserrat-bold.fntdata"/><Relationship Id="rId29" Type="http://schemas.openxmlformats.org/officeDocument/2006/relationships/font" Target="fonts/Montserrat-boldItalic.fntdata"/><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6411383" cy="467071"/>
          </a:xfrm>
          <a:prstGeom prst="rect">
            <a:avLst/>
          </a:prstGeom>
          <a:noFill/>
          <a:ln>
            <a:noFill/>
          </a:ln>
        </p:spPr>
        <p:txBody>
          <a:bodyPr anchorCtr="0" anchor="t" bIns="68850" lIns="137725" spcFirstLastPara="1" rIns="137725" wrap="square" tIns="6885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8380694" y="0"/>
            <a:ext cx="6411383" cy="467071"/>
          </a:xfrm>
          <a:prstGeom prst="rect">
            <a:avLst/>
          </a:prstGeom>
          <a:noFill/>
          <a:ln>
            <a:noFill/>
          </a:ln>
        </p:spPr>
        <p:txBody>
          <a:bodyPr anchorCtr="0" anchor="t" bIns="68850" lIns="137725" spcFirstLastPara="1" rIns="137725" wrap="square" tIns="68850">
            <a:noAutofit/>
          </a:bodyPr>
          <a:lstStyle>
            <a:lvl1pPr lvl="0" marR="0" rtl="0" algn="r">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42030"/>
            <a:ext cx="6411383" cy="467071"/>
          </a:xfrm>
          <a:prstGeom prst="rect">
            <a:avLst/>
          </a:prstGeom>
          <a:noFill/>
          <a:ln>
            <a:noFill/>
          </a:ln>
        </p:spPr>
        <p:txBody>
          <a:bodyPr anchorCtr="0" anchor="b" bIns="68850" lIns="137725" spcFirstLastPara="1" rIns="137725" wrap="square" tIns="6885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marR="0" rtl="0" algn="r">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notes"/>
          <p:cNvSpPr txBox="1"/>
          <p:nvPr>
            <p:ph idx="1" type="body"/>
          </p:nvPr>
        </p:nvSpPr>
        <p:spPr>
          <a:xfrm>
            <a:off x="1479550" y="4480004"/>
            <a:ext cx="11836400" cy="3665458"/>
          </a:xfrm>
          <a:prstGeom prst="rect">
            <a:avLst/>
          </a:prstGeom>
        </p:spPr>
        <p:txBody>
          <a:bodyPr anchorCtr="0" anchor="t" bIns="68850" lIns="137725" spcFirstLastPara="1" rIns="137725" wrap="square" tIns="68850">
            <a:noAutofit/>
          </a:bodyPr>
          <a:lstStyle/>
          <a:p>
            <a:pPr indent="0" lvl="0" marL="0" rtl="0" algn="l">
              <a:spcBef>
                <a:spcPts val="0"/>
              </a:spcBef>
              <a:spcAft>
                <a:spcPts val="0"/>
              </a:spcAft>
              <a:buNone/>
            </a:pPr>
            <a:r>
              <a:t/>
            </a:r>
            <a:endParaRPr/>
          </a:p>
        </p:txBody>
      </p:sp>
      <p:sp>
        <p:nvSpPr>
          <p:cNvPr id="188" name="Google Shape;188;p1: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2: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76200" lvl="0" marL="0" rtl="0" algn="l">
              <a:spcBef>
                <a:spcPts val="0"/>
              </a:spcBef>
              <a:spcAft>
                <a:spcPts val="0"/>
              </a:spcAft>
              <a:buClr>
                <a:srgbClr val="222222"/>
              </a:buClr>
              <a:buSzPts val="1200"/>
              <a:buFont typeface="Arial"/>
              <a:buChar char="•"/>
            </a:pPr>
            <a:r>
              <a:rPr b="0" i="0" lang="en-US" sz="1200">
                <a:solidFill>
                  <a:srgbClr val="222222"/>
                </a:solidFill>
                <a:highlight>
                  <a:srgbClr val="FFFFFF"/>
                </a:highlight>
                <a:latin typeface="Arial"/>
                <a:ea typeface="Arial"/>
                <a:cs typeface="Arial"/>
                <a:sym typeface="Arial"/>
              </a:rPr>
              <a:t>A brief intro of the project team, relevant background &amp; qualifications, and the inspiration behind the project idea.</a:t>
            </a:r>
            <a:endParaRPr/>
          </a:p>
          <a:p>
            <a:pPr indent="-76200" lvl="0" marL="0" rtl="0" algn="l">
              <a:spcBef>
                <a:spcPts val="0"/>
              </a:spcBef>
              <a:spcAft>
                <a:spcPts val="0"/>
              </a:spcAft>
              <a:buClr>
                <a:srgbClr val="222222"/>
              </a:buClr>
              <a:buSzPts val="1200"/>
              <a:buFont typeface="Arial"/>
              <a:buChar char="•"/>
            </a:pPr>
            <a:r>
              <a:rPr b="0" i="0" lang="en-US" sz="1200">
                <a:solidFill>
                  <a:srgbClr val="222222"/>
                </a:solidFill>
                <a:highlight>
                  <a:srgbClr val="FFFFFF"/>
                </a:highlight>
                <a:latin typeface="Arial"/>
                <a:ea typeface="Arial"/>
                <a:cs typeface="Arial"/>
                <a:sym typeface="Arial"/>
              </a:rPr>
              <a:t>The problem you are working to solve.</a:t>
            </a:r>
            <a:endParaRPr/>
          </a:p>
          <a:p>
            <a:pPr indent="-76200" lvl="0" marL="0" rtl="0" algn="l">
              <a:spcBef>
                <a:spcPts val="0"/>
              </a:spcBef>
              <a:spcAft>
                <a:spcPts val="0"/>
              </a:spcAft>
              <a:buClr>
                <a:srgbClr val="222222"/>
              </a:buClr>
              <a:buSzPts val="1200"/>
              <a:buFont typeface="Arial"/>
              <a:buChar char="•"/>
            </a:pPr>
            <a:r>
              <a:rPr b="0" i="0" lang="en-US" sz="1200">
                <a:solidFill>
                  <a:srgbClr val="222222"/>
                </a:solidFill>
                <a:highlight>
                  <a:srgbClr val="FFFFFF"/>
                </a:highlight>
                <a:latin typeface="Arial"/>
                <a:ea typeface="Arial"/>
                <a:cs typeface="Arial"/>
                <a:sym typeface="Arial"/>
              </a:rPr>
              <a:t>The solution you are building.</a:t>
            </a:r>
            <a:endParaRPr/>
          </a:p>
          <a:p>
            <a:pPr indent="-76200" lvl="0" marL="0" rtl="0" algn="l">
              <a:spcBef>
                <a:spcPts val="0"/>
              </a:spcBef>
              <a:spcAft>
                <a:spcPts val="0"/>
              </a:spcAft>
              <a:buClr>
                <a:srgbClr val="222222"/>
              </a:buClr>
              <a:buSzPts val="1200"/>
              <a:buFont typeface="Arial"/>
              <a:buChar char="•"/>
            </a:pPr>
            <a:r>
              <a:rPr b="0" i="0" lang="en-US" sz="1200">
                <a:solidFill>
                  <a:srgbClr val="222222"/>
                </a:solidFill>
                <a:highlight>
                  <a:srgbClr val="FFFFFF"/>
                </a:highlight>
                <a:latin typeface="Arial"/>
                <a:ea typeface="Arial"/>
                <a:cs typeface="Arial"/>
                <a:sym typeface="Arial"/>
              </a:rPr>
              <a:t>The current status of your project.</a:t>
            </a:r>
            <a:endParaRPr/>
          </a:p>
          <a:p>
            <a:pPr indent="-76200" lvl="0" marL="0" rtl="0" algn="l">
              <a:spcBef>
                <a:spcPts val="0"/>
              </a:spcBef>
              <a:spcAft>
                <a:spcPts val="0"/>
              </a:spcAft>
              <a:buClr>
                <a:srgbClr val="222222"/>
              </a:buClr>
              <a:buSzPts val="1200"/>
              <a:buFont typeface="Arial"/>
              <a:buChar char="•"/>
            </a:pPr>
            <a:r>
              <a:rPr b="0" i="0" lang="en-US" sz="1200">
                <a:solidFill>
                  <a:srgbClr val="222222"/>
                </a:solidFill>
                <a:highlight>
                  <a:srgbClr val="FFFFFF"/>
                </a:highlight>
                <a:latin typeface="Arial"/>
                <a:ea typeface="Arial"/>
                <a:cs typeface="Arial"/>
                <a:sym typeface="Arial"/>
              </a:rPr>
              <a:t>What you’re hoping to accomplish next for your project. What additional milestones &amp; goals you have yet to achieve.</a:t>
            </a:r>
            <a:endParaRPr/>
          </a:p>
          <a:p>
            <a:pPr indent="-76200" lvl="0" marL="0" rtl="0" algn="l">
              <a:spcBef>
                <a:spcPts val="0"/>
              </a:spcBef>
              <a:spcAft>
                <a:spcPts val="0"/>
              </a:spcAft>
              <a:buClr>
                <a:srgbClr val="222222"/>
              </a:buClr>
              <a:buSzPts val="1200"/>
              <a:buFont typeface="Arial"/>
              <a:buChar char="•"/>
            </a:pPr>
            <a:r>
              <a:rPr b="0" i="0" lang="en-US" sz="1200">
                <a:solidFill>
                  <a:srgbClr val="222222"/>
                </a:solidFill>
                <a:highlight>
                  <a:srgbClr val="FFFFFF"/>
                </a:highlight>
                <a:latin typeface="Arial"/>
                <a:ea typeface="Arial"/>
                <a:cs typeface="Arial"/>
                <a:sym typeface="Arial"/>
              </a:rPr>
              <a:t>What additional support you might need, including a) more collaborators (possible skills gaps); b) feedback; c) promotion; d) something else.</a:t>
            </a:r>
            <a:endParaRPr/>
          </a:p>
        </p:txBody>
      </p:sp>
      <p:sp>
        <p:nvSpPr>
          <p:cNvPr id="197" name="Google Shape;197;p2: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3: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spcBef>
                <a:spcPts val="0"/>
              </a:spcBef>
              <a:spcAft>
                <a:spcPts val="0"/>
              </a:spcAft>
              <a:buNone/>
            </a:pPr>
            <a:r>
              <a:t/>
            </a:r>
            <a:endParaRPr/>
          </a:p>
        </p:txBody>
      </p:sp>
      <p:sp>
        <p:nvSpPr>
          <p:cNvPr id="216" name="Google Shape;216;p3: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4: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spcBef>
                <a:spcPts val="0"/>
              </a:spcBef>
              <a:spcAft>
                <a:spcPts val="0"/>
              </a:spcAft>
              <a:buNone/>
            </a:pPr>
            <a:r>
              <a:t/>
            </a:r>
            <a:endParaRPr/>
          </a:p>
        </p:txBody>
      </p:sp>
      <p:sp>
        <p:nvSpPr>
          <p:cNvPr id="255" name="Google Shape;255;p4: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5: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5: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lnSpc>
                <a:spcPct val="107000"/>
              </a:lnSpc>
              <a:spcBef>
                <a:spcPts val="0"/>
              </a:spcBef>
              <a:spcAft>
                <a:spcPts val="0"/>
              </a:spcAft>
              <a:buNone/>
            </a:pPr>
            <a:r>
              <a:rPr lang="en-US" sz="1400"/>
              <a:t>About two thirds greenhouse gas emissions in NYC come from buildings. </a:t>
            </a:r>
            <a:endParaRPr/>
          </a:p>
          <a:p>
            <a:pPr indent="0" lvl="0" marL="0" rtl="0" algn="l">
              <a:lnSpc>
                <a:spcPct val="107000"/>
              </a:lnSpc>
              <a:spcBef>
                <a:spcPts val="0"/>
              </a:spcBef>
              <a:spcAft>
                <a:spcPts val="0"/>
              </a:spcAft>
              <a:buNone/>
            </a:pPr>
            <a:r>
              <a:t/>
            </a:r>
            <a:endParaRPr sz="1400">
              <a:solidFill>
                <a:schemeClr val="dk2"/>
              </a:solidFill>
              <a:highlight>
                <a:srgbClr val="FFFFFF"/>
              </a:highlight>
              <a:latin typeface="Calibri"/>
              <a:ea typeface="Calibri"/>
              <a:cs typeface="Calibri"/>
              <a:sym typeface="Calibri"/>
            </a:endParaRPr>
          </a:p>
          <a:p>
            <a:pPr indent="0" lvl="0" marL="0" rtl="0" algn="l">
              <a:lnSpc>
                <a:spcPct val="107000"/>
              </a:lnSpc>
              <a:spcBef>
                <a:spcPts val="0"/>
              </a:spcBef>
              <a:spcAft>
                <a:spcPts val="0"/>
              </a:spcAft>
              <a:buNone/>
            </a:pPr>
            <a:r>
              <a:rPr lang="en-US" sz="1400">
                <a:solidFill>
                  <a:schemeClr val="dk2"/>
                </a:solidFill>
                <a:highlight>
                  <a:srgbClr val="FFFFFF"/>
                </a:highlight>
                <a:latin typeface="Calibri"/>
                <a:ea typeface="Calibri"/>
                <a:cs typeface="Calibri"/>
                <a:sym typeface="Calibri"/>
              </a:rPr>
              <a:t>Other leading sources include transportation, waste, and fugitive emissions.</a:t>
            </a:r>
            <a:endParaRPr/>
          </a:p>
        </p:txBody>
      </p:sp>
      <p:sp>
        <p:nvSpPr>
          <p:cNvPr id="268" name="Google Shape;268;p5: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6: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6: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lnSpc>
                <a:spcPct val="107000"/>
              </a:lnSpc>
              <a:spcBef>
                <a:spcPts val="0"/>
              </a:spcBef>
              <a:spcAft>
                <a:spcPts val="0"/>
              </a:spcAft>
              <a:buNone/>
            </a:pPr>
            <a:r>
              <a:rPr b="1" lang="en-US" sz="1200">
                <a:solidFill>
                  <a:schemeClr val="dk2"/>
                </a:solidFill>
                <a:highlight>
                  <a:srgbClr val="FFFFFF"/>
                </a:highlight>
                <a:latin typeface="Calibri"/>
                <a:ea typeface="Calibri"/>
                <a:cs typeface="Calibri"/>
                <a:sym typeface="Calibri"/>
              </a:rPr>
              <a:t>Local Law 97</a:t>
            </a:r>
            <a:r>
              <a:rPr lang="en-US" sz="1200">
                <a:solidFill>
                  <a:schemeClr val="dk2"/>
                </a:solidFill>
                <a:highlight>
                  <a:srgbClr val="FFFFFF"/>
                </a:highlight>
                <a:latin typeface="Calibri"/>
                <a:ea typeface="Calibri"/>
                <a:cs typeface="Calibri"/>
                <a:sym typeface="Calibri"/>
              </a:rPr>
              <a:t>, part of New York City’s Climate Mobilization Act of 2019, is one of the country’s </a:t>
            </a:r>
            <a:r>
              <a:rPr b="1" lang="en-US" sz="1200">
                <a:solidFill>
                  <a:schemeClr val="dk2"/>
                </a:solidFill>
                <a:highlight>
                  <a:srgbClr val="FFFFFF"/>
                </a:highlight>
                <a:latin typeface="Calibri"/>
                <a:ea typeface="Calibri"/>
                <a:cs typeface="Calibri"/>
                <a:sym typeface="Calibri"/>
              </a:rPr>
              <a:t>boldest climate laws</a:t>
            </a:r>
            <a:r>
              <a:rPr lang="en-US" sz="1200">
                <a:solidFill>
                  <a:schemeClr val="dk2"/>
                </a:solidFill>
                <a:highlight>
                  <a:srgbClr val="FFFFFF"/>
                </a:highlight>
                <a:latin typeface="Calibri"/>
                <a:ea typeface="Calibri"/>
                <a:cs typeface="Calibri"/>
                <a:sym typeface="Calibri"/>
              </a:rPr>
              <a:t>. </a:t>
            </a:r>
            <a:endParaRPr/>
          </a:p>
          <a:p>
            <a:pPr indent="0" lvl="0" marL="0" rtl="0" algn="l">
              <a:lnSpc>
                <a:spcPct val="107000"/>
              </a:lnSpc>
              <a:spcBef>
                <a:spcPts val="0"/>
              </a:spcBef>
              <a:spcAft>
                <a:spcPts val="0"/>
              </a:spcAft>
              <a:buNone/>
            </a:pPr>
            <a:r>
              <a:t/>
            </a:r>
            <a:endParaRPr sz="1200">
              <a:solidFill>
                <a:schemeClr val="dk2"/>
              </a:solidFill>
              <a:highlight>
                <a:srgbClr val="FFFFFF"/>
              </a:highlight>
              <a:latin typeface="Calibri"/>
              <a:ea typeface="Calibri"/>
              <a:cs typeface="Calibri"/>
              <a:sym typeface="Calibri"/>
            </a:endParaRPr>
          </a:p>
          <a:p>
            <a:pPr indent="0" lvl="0" marL="0" rtl="0" algn="l">
              <a:lnSpc>
                <a:spcPct val="107000"/>
              </a:lnSpc>
              <a:spcBef>
                <a:spcPts val="0"/>
              </a:spcBef>
              <a:spcAft>
                <a:spcPts val="0"/>
              </a:spcAft>
              <a:buNone/>
            </a:pPr>
            <a:r>
              <a:rPr lang="en-US" sz="1200">
                <a:solidFill>
                  <a:schemeClr val="dk2"/>
                </a:solidFill>
                <a:highlight>
                  <a:srgbClr val="FFFFFF"/>
                </a:highlight>
                <a:latin typeface="Calibri"/>
                <a:ea typeface="Calibri"/>
                <a:cs typeface="Calibri"/>
                <a:sym typeface="Calibri"/>
              </a:rPr>
              <a:t>Its goal is to cut carbon emissions by 40% by 2030 and reach net-zero by 2050 by setting increasingly stringent limits on the city’s biggest polluters — buildings. </a:t>
            </a:r>
            <a:endParaRPr/>
          </a:p>
          <a:p>
            <a:pPr indent="0" lvl="0" marL="0" rtl="0" algn="l">
              <a:lnSpc>
                <a:spcPct val="107000"/>
              </a:lnSpc>
              <a:spcBef>
                <a:spcPts val="0"/>
              </a:spcBef>
              <a:spcAft>
                <a:spcPts val="0"/>
              </a:spcAft>
              <a:buNone/>
            </a:pPr>
            <a:r>
              <a:t/>
            </a:r>
            <a:endParaRPr sz="1200">
              <a:solidFill>
                <a:schemeClr val="dk2"/>
              </a:solidFill>
              <a:latin typeface="Calibri"/>
              <a:ea typeface="Calibri"/>
              <a:cs typeface="Calibri"/>
              <a:sym typeface="Calibri"/>
            </a:endParaRPr>
          </a:p>
          <a:p>
            <a:pPr indent="0" lvl="0" marL="0" rtl="0" algn="l">
              <a:lnSpc>
                <a:spcPct val="107000"/>
              </a:lnSpc>
              <a:spcBef>
                <a:spcPts val="0"/>
              </a:spcBef>
              <a:spcAft>
                <a:spcPts val="0"/>
              </a:spcAft>
              <a:buNone/>
            </a:pPr>
            <a:r>
              <a:rPr lang="en-US" sz="1200">
                <a:solidFill>
                  <a:schemeClr val="dk2"/>
                </a:solidFill>
                <a:highlight>
                  <a:srgbClr val="FFFFFF"/>
                </a:highlight>
                <a:latin typeface="Calibri"/>
                <a:ea typeface="Calibri"/>
                <a:cs typeface="Calibri"/>
                <a:sym typeface="Calibri"/>
              </a:rPr>
              <a:t>Goal: </a:t>
            </a:r>
            <a:r>
              <a:rPr b="1" lang="en-US" sz="1200">
                <a:solidFill>
                  <a:schemeClr val="dk2"/>
                </a:solidFill>
                <a:highlight>
                  <a:srgbClr val="FFFFFF"/>
                </a:highlight>
                <a:latin typeface="Calibri"/>
                <a:ea typeface="Calibri"/>
                <a:cs typeface="Calibri"/>
                <a:sym typeface="Calibri"/>
              </a:rPr>
              <a:t>cut building carbon emissions by 40% by 2030 </a:t>
            </a:r>
            <a:r>
              <a:rPr lang="en-US" sz="1200">
                <a:solidFill>
                  <a:schemeClr val="dk2"/>
                </a:solidFill>
                <a:highlight>
                  <a:srgbClr val="FFFFFF"/>
                </a:highlight>
                <a:latin typeface="Calibri"/>
                <a:ea typeface="Calibri"/>
                <a:cs typeface="Calibri"/>
                <a:sym typeface="Calibri"/>
              </a:rPr>
              <a:t>and </a:t>
            </a:r>
            <a:r>
              <a:rPr b="0" lang="en-US" sz="1200">
                <a:solidFill>
                  <a:schemeClr val="dk2"/>
                </a:solidFill>
                <a:highlight>
                  <a:srgbClr val="FFFFFF"/>
                </a:highlight>
                <a:latin typeface="Calibri"/>
                <a:ea typeface="Calibri"/>
                <a:cs typeface="Calibri"/>
                <a:sym typeface="Calibri"/>
              </a:rPr>
              <a:t>reach</a:t>
            </a:r>
            <a:r>
              <a:rPr lang="en-US" sz="1200">
                <a:solidFill>
                  <a:schemeClr val="dk2"/>
                </a:solidFill>
                <a:highlight>
                  <a:srgbClr val="FFFFFF"/>
                </a:highlight>
                <a:latin typeface="Calibri"/>
                <a:ea typeface="Calibri"/>
                <a:cs typeface="Calibri"/>
                <a:sym typeface="Calibri"/>
              </a:rPr>
              <a:t> </a:t>
            </a:r>
            <a:r>
              <a:rPr b="1" lang="en-US" sz="1200">
                <a:solidFill>
                  <a:schemeClr val="dk2"/>
                </a:solidFill>
                <a:highlight>
                  <a:srgbClr val="FFFFFF"/>
                </a:highlight>
                <a:latin typeface="Calibri"/>
                <a:ea typeface="Calibri"/>
                <a:cs typeface="Calibri"/>
                <a:sym typeface="Calibri"/>
              </a:rPr>
              <a:t>net-zero by 2050</a:t>
            </a:r>
            <a:r>
              <a:rPr lang="en-US" sz="1200">
                <a:solidFill>
                  <a:schemeClr val="dk2"/>
                </a:solidFill>
                <a:highlight>
                  <a:srgbClr val="FFFFFF"/>
                </a:highlight>
                <a:latin typeface="Calibri"/>
                <a:ea typeface="Calibri"/>
                <a:cs typeface="Calibri"/>
                <a:sym typeface="Calibri"/>
              </a:rPr>
              <a:t> by setting progressively lower caps.</a:t>
            </a:r>
            <a:endParaRPr/>
          </a:p>
          <a:p>
            <a:pPr indent="0" lvl="0" marL="0" marR="0" rtl="0" algn="l">
              <a:lnSpc>
                <a:spcPct val="107000"/>
              </a:lnSpc>
              <a:spcBef>
                <a:spcPts val="0"/>
              </a:spcBef>
              <a:spcAft>
                <a:spcPts val="0"/>
              </a:spcAft>
              <a:buNone/>
            </a:pPr>
            <a:r>
              <a:t/>
            </a:r>
            <a:endParaRPr b="0" i="0" sz="1200">
              <a:solidFill>
                <a:srgbClr val="19283A"/>
              </a:solidFill>
              <a:highlight>
                <a:srgbClr val="FFFFFF"/>
              </a:highlight>
              <a:latin typeface="Arial"/>
              <a:ea typeface="Arial"/>
              <a:cs typeface="Arial"/>
              <a:sym typeface="Arial"/>
            </a:endParaRPr>
          </a:p>
          <a:p>
            <a:pPr indent="0" lvl="0" marL="0" rtl="0" algn="l">
              <a:lnSpc>
                <a:spcPct val="107000"/>
              </a:lnSpc>
              <a:spcBef>
                <a:spcPts val="0"/>
              </a:spcBef>
              <a:spcAft>
                <a:spcPts val="0"/>
              </a:spcAft>
              <a:buNone/>
            </a:pPr>
            <a:r>
              <a:rPr lang="en-US" sz="1200">
                <a:solidFill>
                  <a:schemeClr val="dk2"/>
                </a:solidFill>
                <a:highlight>
                  <a:srgbClr val="FFFFFF"/>
                </a:highlight>
                <a:latin typeface="Calibri"/>
                <a:ea typeface="Calibri"/>
                <a:cs typeface="Calibri"/>
                <a:sym typeface="Calibri"/>
              </a:rPr>
              <a:t>Several other cities (e.g., Seattle, Boston, and Washington, DC) are enacting similar emissions laws and standards.</a:t>
            </a:r>
            <a:endParaRPr b="1" sz="1200">
              <a:solidFill>
                <a:srgbClr val="19283A"/>
              </a:solidFill>
              <a:highlight>
                <a:srgbClr val="FFFFFF"/>
              </a:highlight>
              <a:latin typeface="Calibri"/>
              <a:ea typeface="Calibri"/>
              <a:cs typeface="Calibri"/>
              <a:sym typeface="Calibri"/>
            </a:endParaRPr>
          </a:p>
          <a:p>
            <a:pPr indent="0" lvl="0" marL="0" marR="0" rtl="0" algn="l">
              <a:lnSpc>
                <a:spcPct val="107000"/>
              </a:lnSpc>
              <a:spcBef>
                <a:spcPts val="0"/>
              </a:spcBef>
              <a:spcAft>
                <a:spcPts val="0"/>
              </a:spcAft>
              <a:buNone/>
            </a:pPr>
            <a:r>
              <a:rPr b="0" i="0" lang="en-US" sz="1200">
                <a:solidFill>
                  <a:srgbClr val="19283A"/>
                </a:solidFill>
                <a:highlight>
                  <a:srgbClr val="FFFFFF"/>
                </a:highlight>
                <a:latin typeface="Arial"/>
                <a:ea typeface="Arial"/>
                <a:cs typeface="Arial"/>
                <a:sym typeface="Arial"/>
              </a:rPr>
              <a:t>But </a:t>
            </a:r>
            <a:r>
              <a:rPr b="1" i="0" lang="en-US" sz="1200">
                <a:solidFill>
                  <a:srgbClr val="19283A"/>
                </a:solidFill>
                <a:highlight>
                  <a:srgbClr val="FFFFFF"/>
                </a:highlight>
                <a:latin typeface="Arial"/>
                <a:ea typeface="Arial"/>
                <a:cs typeface="Arial"/>
                <a:sym typeface="Arial"/>
              </a:rPr>
              <a:t>65% of all buildings do not</a:t>
            </a:r>
            <a:r>
              <a:rPr b="0" i="0" lang="en-US" sz="1200">
                <a:solidFill>
                  <a:srgbClr val="19283A"/>
                </a:solidFill>
                <a:highlight>
                  <a:srgbClr val="FFFFFF"/>
                </a:highlight>
                <a:latin typeface="Arial"/>
                <a:ea typeface="Arial"/>
                <a:cs typeface="Arial"/>
                <a:sym typeface="Arial"/>
              </a:rPr>
              <a:t>.</a:t>
            </a:r>
            <a:endParaRPr/>
          </a:p>
          <a:p>
            <a:pPr indent="0" lvl="0" marL="0" marR="0" rtl="0" algn="l">
              <a:lnSpc>
                <a:spcPct val="107000"/>
              </a:lnSpc>
              <a:spcBef>
                <a:spcPts val="0"/>
              </a:spcBef>
              <a:spcAft>
                <a:spcPts val="0"/>
              </a:spcAft>
              <a:buNone/>
            </a:pPr>
            <a:r>
              <a:t/>
            </a:r>
            <a:endParaRPr b="0" i="0" sz="1200">
              <a:solidFill>
                <a:srgbClr val="19283A"/>
              </a:solidFill>
              <a:highlight>
                <a:srgbClr val="FFFFFF"/>
              </a:highlight>
              <a:latin typeface="Arial"/>
              <a:ea typeface="Arial"/>
              <a:cs typeface="Arial"/>
              <a:sym typeface="Arial"/>
            </a:endParaRPr>
          </a:p>
          <a:p>
            <a:pPr indent="0" lvl="0" marL="0" rtl="0" algn="l">
              <a:lnSpc>
                <a:spcPct val="107000"/>
              </a:lnSpc>
              <a:spcBef>
                <a:spcPts val="0"/>
              </a:spcBef>
              <a:spcAft>
                <a:spcPts val="0"/>
              </a:spcAft>
              <a:buNone/>
            </a:pPr>
            <a:r>
              <a:rPr lang="en-US" sz="1200">
                <a:solidFill>
                  <a:schemeClr val="dk2"/>
                </a:solidFill>
                <a:highlight>
                  <a:srgbClr val="FFFFFF"/>
                </a:highlight>
                <a:latin typeface="Calibri"/>
                <a:ea typeface="Calibri"/>
                <a:cs typeface="Calibri"/>
                <a:sym typeface="Calibri"/>
              </a:rPr>
              <a:t>For example </a:t>
            </a:r>
            <a:r>
              <a:rPr b="1" lang="en-US" sz="1200">
                <a:solidFill>
                  <a:schemeClr val="dk2"/>
                </a:solidFill>
                <a:highlight>
                  <a:srgbClr val="FFFFFF"/>
                </a:highlight>
                <a:latin typeface="Calibri"/>
                <a:ea typeface="Calibri"/>
                <a:cs typeface="Calibri"/>
                <a:sym typeface="Calibri"/>
              </a:rPr>
              <a:t>multifamily residential buildings </a:t>
            </a:r>
            <a:r>
              <a:rPr lang="en-US" sz="1200">
                <a:solidFill>
                  <a:schemeClr val="dk2"/>
                </a:solidFill>
                <a:highlight>
                  <a:srgbClr val="FFFFFF"/>
                </a:highlight>
                <a:latin typeface="Calibri"/>
                <a:ea typeface="Calibri"/>
                <a:cs typeface="Calibri"/>
                <a:sym typeface="Calibri"/>
              </a:rPr>
              <a:t>will have the following limits:</a:t>
            </a:r>
            <a:endParaRPr/>
          </a:p>
          <a:p>
            <a:pPr indent="-342900" lvl="0" marL="342900" rtl="0" algn="l">
              <a:lnSpc>
                <a:spcPct val="120000"/>
              </a:lnSpc>
              <a:spcBef>
                <a:spcPts val="0"/>
              </a:spcBef>
              <a:spcAft>
                <a:spcPts val="0"/>
              </a:spcAft>
              <a:buClr>
                <a:schemeClr val="dk2"/>
              </a:buClr>
              <a:buSzPts val="1200"/>
              <a:buFont typeface="Arial"/>
              <a:buChar char="•"/>
            </a:pPr>
            <a:r>
              <a:rPr lang="en-US" sz="1200">
                <a:solidFill>
                  <a:schemeClr val="dk2"/>
                </a:solidFill>
                <a:highlight>
                  <a:srgbClr val="FFFFFF"/>
                </a:highlight>
                <a:latin typeface="Calibri"/>
                <a:ea typeface="Calibri"/>
                <a:cs typeface="Calibri"/>
                <a:sym typeface="Calibri"/>
              </a:rPr>
              <a:t>2024: 6.75 kgCO</a:t>
            </a:r>
            <a:r>
              <a:rPr baseline="-25000" lang="en-US" sz="1200">
                <a:solidFill>
                  <a:schemeClr val="dk2"/>
                </a:solidFill>
                <a:highlight>
                  <a:srgbClr val="FFFFFF"/>
                </a:highlight>
                <a:latin typeface="Calibri"/>
                <a:ea typeface="Calibri"/>
                <a:cs typeface="Calibri"/>
                <a:sym typeface="Calibri"/>
              </a:rPr>
              <a:t>2</a:t>
            </a:r>
            <a:r>
              <a:rPr lang="en-US" sz="1200">
                <a:solidFill>
                  <a:schemeClr val="dk2"/>
                </a:solidFill>
                <a:highlight>
                  <a:srgbClr val="FFFFFF"/>
                </a:highlight>
                <a:latin typeface="Calibri"/>
                <a:ea typeface="Calibri"/>
                <a:cs typeface="Calibri"/>
                <a:sym typeface="Calibri"/>
              </a:rPr>
              <a:t>/ft</a:t>
            </a:r>
            <a:r>
              <a:rPr baseline="30000" lang="en-US" sz="1200">
                <a:solidFill>
                  <a:schemeClr val="dk2"/>
                </a:solidFill>
                <a:highlight>
                  <a:srgbClr val="FFFFFF"/>
                </a:highlight>
                <a:latin typeface="Calibri"/>
                <a:ea typeface="Calibri"/>
                <a:cs typeface="Calibri"/>
                <a:sym typeface="Calibri"/>
              </a:rPr>
              <a:t>2</a:t>
            </a:r>
            <a:endParaRPr sz="1200">
              <a:solidFill>
                <a:schemeClr val="dk2"/>
              </a:solidFill>
              <a:highlight>
                <a:srgbClr val="FFFFFF"/>
              </a:highlight>
              <a:latin typeface="Calibri"/>
              <a:ea typeface="Calibri"/>
              <a:cs typeface="Calibri"/>
              <a:sym typeface="Calibri"/>
            </a:endParaRPr>
          </a:p>
          <a:p>
            <a:pPr indent="-342900" lvl="0" marL="342900" rtl="0" algn="l">
              <a:lnSpc>
                <a:spcPct val="120000"/>
              </a:lnSpc>
              <a:spcBef>
                <a:spcPts val="0"/>
              </a:spcBef>
              <a:spcAft>
                <a:spcPts val="0"/>
              </a:spcAft>
              <a:buClr>
                <a:schemeClr val="dk2"/>
              </a:buClr>
              <a:buSzPts val="1200"/>
              <a:buFont typeface="Arial"/>
              <a:buChar char="•"/>
            </a:pPr>
            <a:r>
              <a:rPr lang="en-US" sz="1200">
                <a:solidFill>
                  <a:schemeClr val="dk2"/>
                </a:solidFill>
                <a:highlight>
                  <a:srgbClr val="FFFFFF"/>
                </a:highlight>
                <a:latin typeface="Calibri"/>
                <a:ea typeface="Calibri"/>
                <a:cs typeface="Calibri"/>
                <a:sym typeface="Calibri"/>
              </a:rPr>
              <a:t>2030: 3.35 kgCO</a:t>
            </a:r>
            <a:r>
              <a:rPr baseline="-25000" lang="en-US" sz="1200">
                <a:solidFill>
                  <a:schemeClr val="dk2"/>
                </a:solidFill>
                <a:highlight>
                  <a:srgbClr val="FFFFFF"/>
                </a:highlight>
                <a:latin typeface="Calibri"/>
                <a:ea typeface="Calibri"/>
                <a:cs typeface="Calibri"/>
                <a:sym typeface="Calibri"/>
              </a:rPr>
              <a:t>2</a:t>
            </a:r>
            <a:r>
              <a:rPr lang="en-US" sz="1200">
                <a:solidFill>
                  <a:schemeClr val="dk2"/>
                </a:solidFill>
                <a:highlight>
                  <a:srgbClr val="FFFFFF"/>
                </a:highlight>
                <a:latin typeface="Calibri"/>
                <a:ea typeface="Calibri"/>
                <a:cs typeface="Calibri"/>
                <a:sym typeface="Calibri"/>
              </a:rPr>
              <a:t>/ft</a:t>
            </a:r>
            <a:r>
              <a:rPr baseline="30000" lang="en-US" sz="1200">
                <a:solidFill>
                  <a:schemeClr val="dk2"/>
                </a:solidFill>
                <a:highlight>
                  <a:srgbClr val="FFFFFF"/>
                </a:highlight>
                <a:latin typeface="Calibri"/>
                <a:ea typeface="Calibri"/>
                <a:cs typeface="Calibri"/>
                <a:sym typeface="Calibri"/>
              </a:rPr>
              <a:t>2</a:t>
            </a:r>
            <a:endParaRPr sz="1200">
              <a:solidFill>
                <a:schemeClr val="dk2"/>
              </a:solidFill>
              <a:highlight>
                <a:srgbClr val="FFFFFF"/>
              </a:highlight>
              <a:latin typeface="Calibri"/>
              <a:ea typeface="Calibri"/>
              <a:cs typeface="Calibri"/>
              <a:sym typeface="Calibri"/>
            </a:endParaRPr>
          </a:p>
          <a:p>
            <a:pPr indent="-342900" lvl="0" marL="342900" rtl="0" algn="l">
              <a:lnSpc>
                <a:spcPct val="120000"/>
              </a:lnSpc>
              <a:spcBef>
                <a:spcPts val="0"/>
              </a:spcBef>
              <a:spcAft>
                <a:spcPts val="0"/>
              </a:spcAft>
              <a:buClr>
                <a:schemeClr val="dk2"/>
              </a:buClr>
              <a:buSzPts val="1200"/>
              <a:buFont typeface="Arial"/>
              <a:buChar char="•"/>
            </a:pPr>
            <a:r>
              <a:rPr lang="en-US" sz="1200">
                <a:solidFill>
                  <a:schemeClr val="dk2"/>
                </a:solidFill>
                <a:highlight>
                  <a:srgbClr val="FFFFFF"/>
                </a:highlight>
                <a:latin typeface="Calibri"/>
                <a:ea typeface="Calibri"/>
                <a:cs typeface="Calibri"/>
                <a:sym typeface="Calibri"/>
              </a:rPr>
              <a:t>2040: 2.05 kgCO</a:t>
            </a:r>
            <a:r>
              <a:rPr baseline="-25000" lang="en-US" sz="1200">
                <a:solidFill>
                  <a:schemeClr val="dk2"/>
                </a:solidFill>
                <a:highlight>
                  <a:srgbClr val="FFFFFF"/>
                </a:highlight>
                <a:latin typeface="Calibri"/>
                <a:ea typeface="Calibri"/>
                <a:cs typeface="Calibri"/>
                <a:sym typeface="Calibri"/>
              </a:rPr>
              <a:t>2</a:t>
            </a:r>
            <a:r>
              <a:rPr lang="en-US" sz="1200">
                <a:solidFill>
                  <a:schemeClr val="dk2"/>
                </a:solidFill>
                <a:highlight>
                  <a:srgbClr val="FFFFFF"/>
                </a:highlight>
                <a:latin typeface="Calibri"/>
                <a:ea typeface="Calibri"/>
                <a:cs typeface="Calibri"/>
                <a:sym typeface="Calibri"/>
              </a:rPr>
              <a:t>/ft</a:t>
            </a:r>
            <a:r>
              <a:rPr baseline="30000" lang="en-US" sz="1200">
                <a:solidFill>
                  <a:schemeClr val="dk2"/>
                </a:solidFill>
                <a:highlight>
                  <a:srgbClr val="FFFFFF"/>
                </a:highlight>
                <a:latin typeface="Calibri"/>
                <a:ea typeface="Calibri"/>
                <a:cs typeface="Calibri"/>
                <a:sym typeface="Calibri"/>
              </a:rPr>
              <a:t>2</a:t>
            </a:r>
            <a:endParaRPr sz="1200">
              <a:solidFill>
                <a:schemeClr val="dk2"/>
              </a:solidFill>
              <a:highlight>
                <a:srgbClr val="FFFFFF"/>
              </a:highlight>
              <a:latin typeface="Calibri"/>
              <a:ea typeface="Calibri"/>
              <a:cs typeface="Calibri"/>
              <a:sym typeface="Calibri"/>
            </a:endParaRPr>
          </a:p>
          <a:p>
            <a:pPr indent="-342900" lvl="0" marL="342900" rtl="0" algn="l">
              <a:lnSpc>
                <a:spcPct val="120000"/>
              </a:lnSpc>
              <a:spcBef>
                <a:spcPts val="0"/>
              </a:spcBef>
              <a:spcAft>
                <a:spcPts val="0"/>
              </a:spcAft>
              <a:buClr>
                <a:schemeClr val="dk2"/>
              </a:buClr>
              <a:buSzPts val="1200"/>
              <a:buFont typeface="Arial"/>
              <a:buChar char="•"/>
            </a:pPr>
            <a:r>
              <a:rPr lang="en-US" sz="1200">
                <a:solidFill>
                  <a:schemeClr val="dk2"/>
                </a:solidFill>
                <a:highlight>
                  <a:srgbClr val="FFFFFF"/>
                </a:highlight>
                <a:latin typeface="Calibri"/>
                <a:ea typeface="Calibri"/>
                <a:cs typeface="Calibri"/>
                <a:sym typeface="Calibri"/>
              </a:rPr>
              <a:t>2050: 0 kgCO</a:t>
            </a:r>
            <a:r>
              <a:rPr baseline="-25000" lang="en-US" sz="1200">
                <a:solidFill>
                  <a:schemeClr val="dk2"/>
                </a:solidFill>
                <a:highlight>
                  <a:srgbClr val="FFFFFF"/>
                </a:highlight>
                <a:latin typeface="Calibri"/>
                <a:ea typeface="Calibri"/>
                <a:cs typeface="Calibri"/>
                <a:sym typeface="Calibri"/>
              </a:rPr>
              <a:t>2</a:t>
            </a:r>
            <a:r>
              <a:rPr lang="en-US" sz="1200">
                <a:solidFill>
                  <a:schemeClr val="dk2"/>
                </a:solidFill>
                <a:highlight>
                  <a:srgbClr val="FFFFFF"/>
                </a:highlight>
                <a:latin typeface="Calibri"/>
                <a:ea typeface="Calibri"/>
                <a:cs typeface="Calibri"/>
                <a:sym typeface="Calibri"/>
              </a:rPr>
              <a:t>/ft</a:t>
            </a:r>
            <a:r>
              <a:rPr baseline="30000" lang="en-US" sz="1200">
                <a:solidFill>
                  <a:schemeClr val="dk2"/>
                </a:solidFill>
                <a:highlight>
                  <a:srgbClr val="FFFFFF"/>
                </a:highlight>
                <a:latin typeface="Calibri"/>
                <a:ea typeface="Calibri"/>
                <a:cs typeface="Calibri"/>
                <a:sym typeface="Calibri"/>
              </a:rPr>
              <a:t>2</a:t>
            </a:r>
            <a:endParaRPr b="0" i="0" sz="1200">
              <a:solidFill>
                <a:srgbClr val="19283A"/>
              </a:solidFill>
              <a:highlight>
                <a:srgbClr val="FFFFFF"/>
              </a:highlight>
              <a:latin typeface="Arial"/>
              <a:ea typeface="Arial"/>
              <a:cs typeface="Arial"/>
              <a:sym typeface="Arial"/>
            </a:endParaRPr>
          </a:p>
          <a:p>
            <a:pPr indent="0" lvl="0" marL="0" marR="0" rtl="0" algn="l">
              <a:lnSpc>
                <a:spcPct val="107000"/>
              </a:lnSpc>
              <a:spcBef>
                <a:spcPts val="0"/>
              </a:spcBef>
              <a:spcAft>
                <a:spcPts val="0"/>
              </a:spcAft>
              <a:buNone/>
            </a:pPr>
            <a:r>
              <a:t/>
            </a:r>
            <a:endParaRPr b="0" i="0" sz="1200">
              <a:solidFill>
                <a:srgbClr val="19283A"/>
              </a:solidFill>
              <a:highlight>
                <a:srgbClr val="FFFFFF"/>
              </a:highlight>
              <a:latin typeface="Arial"/>
              <a:ea typeface="Arial"/>
              <a:cs typeface="Arial"/>
              <a:sym typeface="Arial"/>
            </a:endParaRPr>
          </a:p>
          <a:p>
            <a:pPr indent="0" lvl="0" marL="0" rtl="0" algn="l">
              <a:lnSpc>
                <a:spcPct val="107000"/>
              </a:lnSpc>
              <a:spcBef>
                <a:spcPts val="0"/>
              </a:spcBef>
              <a:spcAft>
                <a:spcPts val="0"/>
              </a:spcAft>
              <a:buNone/>
            </a:pPr>
            <a:r>
              <a:rPr b="0" i="0" lang="en-US" sz="1000">
                <a:solidFill>
                  <a:srgbClr val="19283A"/>
                </a:solidFill>
                <a:highlight>
                  <a:srgbClr val="FFFFFF"/>
                </a:highlight>
                <a:latin typeface="Arial"/>
                <a:ea typeface="Arial"/>
                <a:cs typeface="Arial"/>
                <a:sym typeface="Arial"/>
              </a:rPr>
              <a:t>Sources: </a:t>
            </a:r>
            <a:endParaRPr/>
          </a:p>
          <a:p>
            <a:pPr indent="0" lvl="0" marL="0" rtl="0" algn="l">
              <a:lnSpc>
                <a:spcPct val="107000"/>
              </a:lnSpc>
              <a:spcBef>
                <a:spcPts val="0"/>
              </a:spcBef>
              <a:spcAft>
                <a:spcPts val="0"/>
              </a:spcAft>
              <a:buNone/>
            </a:pPr>
            <a:r>
              <a:rPr b="0" i="0" lang="en-US" sz="1000" u="sng">
                <a:solidFill>
                  <a:srgbClr val="19283A"/>
                </a:solidFill>
                <a:highlight>
                  <a:srgbClr val="FFFFFF"/>
                </a:highlight>
                <a:latin typeface="Arial"/>
                <a:ea typeface="Arial"/>
                <a:cs typeface="Arial"/>
                <a:sym typeface="Arial"/>
              </a:rPr>
              <a:t>https://www.withum.com/resources/planning-for-new-york-citys-carbon-tax-local-law-97-explained/</a:t>
            </a:r>
            <a:endParaRPr/>
          </a:p>
          <a:p>
            <a:pPr indent="0" lvl="0" marL="0" rtl="0" algn="l">
              <a:lnSpc>
                <a:spcPct val="107000"/>
              </a:lnSpc>
              <a:spcBef>
                <a:spcPts val="0"/>
              </a:spcBef>
              <a:spcAft>
                <a:spcPts val="0"/>
              </a:spcAft>
              <a:buNone/>
            </a:pPr>
            <a:r>
              <a:rPr lang="en-US" sz="1200" u="sng">
                <a:solidFill>
                  <a:srgbClr val="FF0000"/>
                </a:solidFill>
                <a:latin typeface="Calibri"/>
                <a:ea typeface="Calibri"/>
                <a:cs typeface="Calibri"/>
                <a:sym typeface="Calibri"/>
              </a:rPr>
              <a:t>https://www.urbangreencouncil.org/wp-content/uploads/2022/11/2019.06.18-Urban-Green-Retrofit-Market-Analysis.pdf</a:t>
            </a:r>
            <a:endParaRPr b="0" i="0" sz="1000">
              <a:solidFill>
                <a:srgbClr val="19283A"/>
              </a:solidFill>
              <a:highlight>
                <a:srgbClr val="FFFFFF"/>
              </a:highlight>
              <a:latin typeface="Arial"/>
              <a:ea typeface="Arial"/>
              <a:cs typeface="Arial"/>
              <a:sym typeface="Arial"/>
            </a:endParaRPr>
          </a:p>
          <a:p>
            <a:pPr indent="0" lvl="0" marL="0" marR="0" rtl="0" algn="l">
              <a:lnSpc>
                <a:spcPct val="107000"/>
              </a:lnSpc>
              <a:spcBef>
                <a:spcPts val="0"/>
              </a:spcBef>
              <a:spcAft>
                <a:spcPts val="0"/>
              </a:spcAft>
              <a:buNone/>
            </a:pPr>
            <a:r>
              <a:t/>
            </a:r>
            <a:endParaRPr b="0" i="0" sz="1200">
              <a:solidFill>
                <a:srgbClr val="19283A"/>
              </a:solidFill>
              <a:highlight>
                <a:srgbClr val="FFFFFF"/>
              </a:highlight>
              <a:latin typeface="Arial"/>
              <a:ea typeface="Arial"/>
              <a:cs typeface="Arial"/>
              <a:sym typeface="Arial"/>
            </a:endParaRPr>
          </a:p>
        </p:txBody>
      </p:sp>
      <p:sp>
        <p:nvSpPr>
          <p:cNvPr id="278" name="Google Shape;278;p6: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7: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7: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marR="0" rtl="0" algn="l">
              <a:lnSpc>
                <a:spcPct val="107000"/>
              </a:lnSpc>
              <a:spcBef>
                <a:spcPts val="0"/>
              </a:spcBef>
              <a:spcAft>
                <a:spcPts val="0"/>
              </a:spcAft>
              <a:buNone/>
            </a:pPr>
            <a:r>
              <a:rPr b="0" i="0" lang="en-US" sz="1400">
                <a:solidFill>
                  <a:srgbClr val="19283A"/>
                </a:solidFill>
                <a:highlight>
                  <a:srgbClr val="FFFFFF"/>
                </a:highlight>
                <a:latin typeface="Arial"/>
                <a:ea typeface="Arial"/>
                <a:cs typeface="Arial"/>
                <a:sym typeface="Arial"/>
              </a:rPr>
              <a:t>Many residential buildings in New York City cannot easily afford the upgrades needed to meet the requirements of Local Law 97. </a:t>
            </a:r>
            <a:endParaRPr/>
          </a:p>
          <a:p>
            <a:pPr indent="0" lvl="0" marL="0" marR="0" rtl="0" algn="l">
              <a:lnSpc>
                <a:spcPct val="107000"/>
              </a:lnSpc>
              <a:spcBef>
                <a:spcPts val="0"/>
              </a:spcBef>
              <a:spcAft>
                <a:spcPts val="0"/>
              </a:spcAft>
              <a:buNone/>
            </a:pPr>
            <a:r>
              <a:t/>
            </a:r>
            <a:endParaRPr sz="1400">
              <a:solidFill>
                <a:srgbClr val="19283A"/>
              </a:solidFill>
              <a:highlight>
                <a:srgbClr val="FFFFFF"/>
              </a:highlight>
              <a:latin typeface="Arial"/>
              <a:ea typeface="Arial"/>
              <a:cs typeface="Arial"/>
              <a:sym typeface="Arial"/>
            </a:endParaRPr>
          </a:p>
        </p:txBody>
      </p:sp>
      <p:sp>
        <p:nvSpPr>
          <p:cNvPr id="289" name="Google Shape;289;p7: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9: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9: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spcBef>
                <a:spcPts val="0"/>
              </a:spcBef>
              <a:spcAft>
                <a:spcPts val="0"/>
              </a:spcAft>
              <a:buNone/>
            </a:pPr>
            <a:r>
              <a:rPr b="0" i="0" lang="en-US">
                <a:solidFill>
                  <a:srgbClr val="333333"/>
                </a:solidFill>
                <a:highlight>
                  <a:srgbClr val="FFFFFF"/>
                </a:highlight>
                <a:latin typeface="Arial"/>
                <a:ea typeface="Arial"/>
                <a:cs typeface="Arial"/>
                <a:sym typeface="Arial"/>
              </a:rPr>
              <a:t>Our initial focus was on a 7-story, 29-unit, 33,000 square foot multifamily residential building built in 1986</a:t>
            </a:r>
            <a:endParaRPr/>
          </a:p>
        </p:txBody>
      </p:sp>
      <p:sp>
        <p:nvSpPr>
          <p:cNvPr id="408" name="Google Shape;408;p9: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0: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0: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spcBef>
                <a:spcPts val="0"/>
              </a:spcBef>
              <a:spcAft>
                <a:spcPts val="0"/>
              </a:spcAft>
              <a:buNone/>
            </a:pPr>
            <a:r>
              <a:rPr lang="en-US"/>
              <a:t>https://www.be-exchange.org/calculator/</a:t>
            </a:r>
            <a:endParaRPr/>
          </a:p>
        </p:txBody>
      </p:sp>
      <p:sp>
        <p:nvSpPr>
          <p:cNvPr id="416" name="Google Shape;416;p10: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1: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1: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spcBef>
                <a:spcPts val="0"/>
              </a:spcBef>
              <a:spcAft>
                <a:spcPts val="0"/>
              </a:spcAft>
              <a:buNone/>
            </a:pPr>
            <a:r>
              <a:t/>
            </a:r>
            <a:endParaRPr/>
          </a:p>
        </p:txBody>
      </p:sp>
      <p:sp>
        <p:nvSpPr>
          <p:cNvPr id="429" name="Google Shape;429;p11: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2: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2: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spcBef>
                <a:spcPts val="0"/>
              </a:spcBef>
              <a:spcAft>
                <a:spcPts val="0"/>
              </a:spcAft>
              <a:buNone/>
            </a:pPr>
            <a:r>
              <a:t/>
            </a:r>
            <a:endParaRPr/>
          </a:p>
        </p:txBody>
      </p:sp>
      <p:sp>
        <p:nvSpPr>
          <p:cNvPr id="440" name="Google Shape;440;p12: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3: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3: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The diagram at the right shows an e</a:t>
            </a:r>
            <a:r>
              <a:rPr b="0" i="0" lang="en-US" sz="2000">
                <a:solidFill>
                  <a:srgbClr val="0074A1"/>
                </a:solidFill>
                <a:highlight>
                  <a:srgbClr val="FFFFFF"/>
                </a:highlight>
                <a:latin typeface="Karla"/>
                <a:ea typeface="Karla"/>
                <a:cs typeface="Karla"/>
                <a:sym typeface="Karla"/>
              </a:rPr>
              <a:t>xisting low-slope (“flat”) roof and brick masonry walls with a new fully adhered air barrier membrane plus polyisocyanurate rigid foam insulation and a roofing membrane water control layer</a:t>
            </a:r>
            <a:endParaRPr/>
          </a:p>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(source: https://basc.pnnl.gov/resource-guides/low-slope-flat-roofs#edit-group-retrofit)</a:t>
            </a:r>
            <a:endParaRPr/>
          </a:p>
        </p:txBody>
      </p:sp>
      <p:sp>
        <p:nvSpPr>
          <p:cNvPr id="454" name="Google Shape;454;p13: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4: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4: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The diagram at the right shows an e</a:t>
            </a:r>
            <a:r>
              <a:rPr b="0" i="0" lang="en-US" sz="2000">
                <a:solidFill>
                  <a:srgbClr val="0074A1"/>
                </a:solidFill>
                <a:highlight>
                  <a:srgbClr val="FFFFFF"/>
                </a:highlight>
                <a:latin typeface="Karla"/>
                <a:ea typeface="Karla"/>
                <a:cs typeface="Karla"/>
                <a:sym typeface="Karla"/>
              </a:rPr>
              <a:t>xisting low-slope (“flat”) roof and brick masonry walls with a new fully adhered air barrier membrane plus polyisocyanurate rigid foam insulation and a roofing membrane water control layer</a:t>
            </a:r>
            <a:endParaRPr/>
          </a:p>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(source: https://basc.pnnl.gov/resource-guides/low-slope-flat-roofs#edit-group-retrofit)</a:t>
            </a:r>
            <a:endParaRPr/>
          </a:p>
        </p:txBody>
      </p:sp>
      <p:sp>
        <p:nvSpPr>
          <p:cNvPr id="464" name="Google Shape;464;p14: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5: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5: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Image Sources: </a:t>
            </a:r>
            <a:endParaRPr/>
          </a:p>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https://be-exchange.org/wp-content/uploads/2019/07/20181203_LED-lighting_20210802.pdf</a:t>
            </a:r>
            <a:endParaRPr/>
          </a:p>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https://www.southwire.com/lamps-luminaires/surface-mount/7-led-surface-mount-round-sleek-profile-13-watt-white-cct-selectable-with-motion-sensor/p/SMD7/RND/13/CTS/MS</a:t>
            </a:r>
            <a:endParaRPr/>
          </a:p>
          <a:p>
            <a:pPr indent="0" lvl="0" marL="0" marR="0" rtl="0" algn="l">
              <a:lnSpc>
                <a:spcPct val="107000"/>
              </a:lnSpc>
              <a:spcBef>
                <a:spcPts val="0"/>
              </a:spcBef>
              <a:spcAft>
                <a:spcPts val="0"/>
              </a:spcAft>
              <a:buClr>
                <a:schemeClr val="dk1"/>
              </a:buClr>
              <a:buSzPts val="1400"/>
              <a:buFont typeface="Calibri"/>
              <a:buNone/>
            </a:pPr>
            <a:r>
              <a:t/>
            </a:r>
            <a:endParaRPr sz="1400">
              <a:solidFill>
                <a:schemeClr val="lt2"/>
              </a:solidFill>
            </a:endParaRPr>
          </a:p>
          <a:p>
            <a:pPr indent="0" lvl="0" marL="0" marR="0" rtl="0" algn="l">
              <a:lnSpc>
                <a:spcPct val="107000"/>
              </a:lnSpc>
              <a:spcBef>
                <a:spcPts val="0"/>
              </a:spcBef>
              <a:spcAft>
                <a:spcPts val="0"/>
              </a:spcAft>
              <a:buClr>
                <a:schemeClr val="dk1"/>
              </a:buClr>
              <a:buSzPts val="1400"/>
              <a:buFont typeface="Calibri"/>
              <a:buNone/>
            </a:pPr>
            <a:r>
              <a:t/>
            </a:r>
            <a:endParaRPr sz="1400">
              <a:solidFill>
                <a:schemeClr val="lt2"/>
              </a:solidFill>
            </a:endParaRPr>
          </a:p>
        </p:txBody>
      </p:sp>
      <p:sp>
        <p:nvSpPr>
          <p:cNvPr id="474" name="Google Shape;474;p15: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6: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16: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marR="0" rtl="0" algn="l">
              <a:lnSpc>
                <a:spcPct val="107000"/>
              </a:lnSpc>
              <a:spcBef>
                <a:spcPts val="0"/>
              </a:spcBef>
              <a:spcAft>
                <a:spcPts val="0"/>
              </a:spcAft>
              <a:buClr>
                <a:schemeClr val="lt2"/>
              </a:buClr>
              <a:buSzPts val="1400"/>
              <a:buFont typeface="Calibri"/>
              <a:buNone/>
            </a:pPr>
            <a:r>
              <a:rPr lang="en-US" sz="1400">
                <a:solidFill>
                  <a:schemeClr val="lt2"/>
                </a:solidFill>
              </a:rPr>
              <a:t>Source: https://be-exchange.org/wp-content/uploads/2021/03/Post-80-High-Full-playbook.pdf</a:t>
            </a:r>
            <a:endParaRPr/>
          </a:p>
        </p:txBody>
      </p:sp>
      <p:sp>
        <p:nvSpPr>
          <p:cNvPr id="485" name="Google Shape;485;p16: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7: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17: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spcBef>
                <a:spcPts val="0"/>
              </a:spcBef>
              <a:spcAft>
                <a:spcPts val="0"/>
              </a:spcAft>
              <a:buNone/>
            </a:pPr>
            <a:r>
              <a:t/>
            </a:r>
            <a:endParaRPr/>
          </a:p>
        </p:txBody>
      </p:sp>
      <p:sp>
        <p:nvSpPr>
          <p:cNvPr id="501" name="Google Shape;501;p17: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8: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8: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lnSpc>
                <a:spcPct val="107000"/>
              </a:lnSpc>
              <a:spcBef>
                <a:spcPts val="0"/>
              </a:spcBef>
              <a:spcAft>
                <a:spcPts val="0"/>
              </a:spcAft>
              <a:buNone/>
            </a:pPr>
            <a:r>
              <a:rPr b="0" i="0" lang="en-US" sz="1200">
                <a:solidFill>
                  <a:srgbClr val="19283A"/>
                </a:solidFill>
                <a:highlight>
                  <a:srgbClr val="FFFFFF"/>
                </a:highlight>
                <a:latin typeface="Arial"/>
                <a:ea typeface="Arial"/>
                <a:cs typeface="Arial"/>
                <a:sym typeface="Arial"/>
              </a:rPr>
              <a:t>Thanks again to everyone for joining – we’ve already got a few people with experience in the categories shown in this slide. If you think of anyone else who might be interested, please let me know.</a:t>
            </a:r>
            <a:endParaRPr/>
          </a:p>
        </p:txBody>
      </p:sp>
      <p:sp>
        <p:nvSpPr>
          <p:cNvPr id="510" name="Google Shape;510;p18: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19:notes"/>
          <p:cNvSpPr/>
          <p:nvPr>
            <p:ph idx="2" type="sldImg"/>
          </p:nvPr>
        </p:nvSpPr>
        <p:spPr>
          <a:xfrm>
            <a:off x="4605338" y="1163638"/>
            <a:ext cx="5584825"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19:notes"/>
          <p:cNvSpPr txBox="1"/>
          <p:nvPr>
            <p:ph idx="1" type="body"/>
          </p:nvPr>
        </p:nvSpPr>
        <p:spPr>
          <a:xfrm>
            <a:off x="1479550" y="4480004"/>
            <a:ext cx="11836400" cy="3665458"/>
          </a:xfrm>
          <a:prstGeom prst="rect">
            <a:avLst/>
          </a:prstGeom>
          <a:noFill/>
          <a:ln>
            <a:noFill/>
          </a:ln>
        </p:spPr>
        <p:txBody>
          <a:bodyPr anchorCtr="0" anchor="t" bIns="68850" lIns="137725" spcFirstLastPara="1" rIns="137725" wrap="square" tIns="68850">
            <a:noAutofit/>
          </a:bodyPr>
          <a:lstStyle/>
          <a:p>
            <a:pPr indent="0" lvl="0" marL="0" rtl="0" algn="l">
              <a:lnSpc>
                <a:spcPct val="107000"/>
              </a:lnSpc>
              <a:spcBef>
                <a:spcPts val="0"/>
              </a:spcBef>
              <a:spcAft>
                <a:spcPts val="0"/>
              </a:spcAft>
              <a:buNone/>
            </a:pPr>
            <a:r>
              <a:t/>
            </a:r>
            <a:endParaRPr sz="1400">
              <a:solidFill>
                <a:schemeClr val="dk2"/>
              </a:solidFill>
              <a:highlight>
                <a:srgbClr val="FFFFFF"/>
              </a:highlight>
              <a:latin typeface="Calibri"/>
              <a:ea typeface="Calibri"/>
              <a:cs typeface="Calibri"/>
              <a:sym typeface="Calibri"/>
            </a:endParaRPr>
          </a:p>
        </p:txBody>
      </p:sp>
      <p:sp>
        <p:nvSpPr>
          <p:cNvPr id="518" name="Google Shape;518;p19:notes"/>
          <p:cNvSpPr txBox="1"/>
          <p:nvPr>
            <p:ph idx="12" type="sldNum"/>
          </p:nvPr>
        </p:nvSpPr>
        <p:spPr>
          <a:xfrm>
            <a:off x="8380694" y="8842030"/>
            <a:ext cx="6411383" cy="467071"/>
          </a:xfrm>
          <a:prstGeom prst="rect">
            <a:avLst/>
          </a:prstGeom>
          <a:noFill/>
          <a:ln>
            <a:noFill/>
          </a:ln>
        </p:spPr>
        <p:txBody>
          <a:bodyPr anchorCtr="0" anchor="b" bIns="68850" lIns="137725" spcFirstLastPara="1" rIns="137725" wrap="square" tIns="688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3" name="Shape 13"/>
        <p:cNvGrpSpPr/>
        <p:nvPr/>
      </p:nvGrpSpPr>
      <p:grpSpPr>
        <a:xfrm>
          <a:off x="0" y="0"/>
          <a:ext cx="0" cy="0"/>
          <a:chOff x="0" y="0"/>
          <a:chExt cx="0" cy="0"/>
        </a:xfrm>
      </p:grpSpPr>
      <p:sp>
        <p:nvSpPr>
          <p:cNvPr id="14" name="Google Shape;14;p29"/>
          <p:cNvSpPr txBox="1"/>
          <p:nvPr>
            <p:ph type="ctrTitle"/>
          </p:nvPr>
        </p:nvSpPr>
        <p:spPr>
          <a:xfrm>
            <a:off x="804672" y="740664"/>
            <a:ext cx="8001000" cy="186537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1"/>
              </a:buClr>
              <a:buSzPts val="4800"/>
              <a:buFont typeface="Arial"/>
              <a:buNone/>
              <a:defRPr sz="4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9"/>
          <p:cNvSpPr txBox="1"/>
          <p:nvPr>
            <p:ph idx="1" type="subTitle"/>
          </p:nvPr>
        </p:nvSpPr>
        <p:spPr>
          <a:xfrm>
            <a:off x="804672" y="2606040"/>
            <a:ext cx="8001000" cy="841248"/>
          </a:xfrm>
          <a:prstGeom prst="rect">
            <a:avLst/>
          </a:prstGeom>
          <a:noFill/>
          <a:ln>
            <a:noFill/>
          </a:ln>
        </p:spPr>
        <p:txBody>
          <a:bodyPr anchorCtr="0" anchor="b" bIns="0" lIns="0" spcFirstLastPara="1" rIns="0" wrap="square" tIns="0">
            <a:normAutofit/>
          </a:bodyPr>
          <a:lstStyle>
            <a:lvl1pPr lvl="0" algn="l">
              <a:lnSpc>
                <a:spcPct val="90000"/>
              </a:lnSpc>
              <a:spcBef>
                <a:spcPts val="1000"/>
              </a:spcBef>
              <a:spcAft>
                <a:spcPts val="0"/>
              </a:spcAft>
              <a:buClr>
                <a:schemeClr val="dk1"/>
              </a:buClr>
              <a:buSzPts val="1600"/>
              <a:buFont typeface="Arial"/>
              <a:buNone/>
              <a:defRPr b="1" sz="1600"/>
            </a:lvl1pPr>
            <a:lvl2pPr lvl="1" algn="ctr">
              <a:lnSpc>
                <a:spcPct val="90000"/>
              </a:lnSpc>
              <a:spcBef>
                <a:spcPts val="500"/>
              </a:spcBef>
              <a:spcAft>
                <a:spcPts val="0"/>
              </a:spcAft>
              <a:buClr>
                <a:schemeClr val="lt2"/>
              </a:buClr>
              <a:buSzPts val="2000"/>
              <a:buNone/>
              <a:defRPr sz="2000"/>
            </a:lvl2pPr>
            <a:lvl3pPr lvl="2" algn="ctr">
              <a:lnSpc>
                <a:spcPct val="90000"/>
              </a:lnSpc>
              <a:spcBef>
                <a:spcPts val="500"/>
              </a:spcBef>
              <a:spcAft>
                <a:spcPts val="0"/>
              </a:spcAft>
              <a:buClr>
                <a:schemeClr val="lt2"/>
              </a:buClr>
              <a:buSzPts val="1800"/>
              <a:buNone/>
              <a:defRPr sz="1800"/>
            </a:lvl3pPr>
            <a:lvl4pPr lvl="3" algn="ctr">
              <a:lnSpc>
                <a:spcPct val="90000"/>
              </a:lnSpc>
              <a:spcBef>
                <a:spcPts val="500"/>
              </a:spcBef>
              <a:spcAft>
                <a:spcPts val="0"/>
              </a:spcAft>
              <a:buClr>
                <a:schemeClr val="lt2"/>
              </a:buClr>
              <a:buSzPts val="1600"/>
              <a:buNone/>
              <a:defRPr sz="1600"/>
            </a:lvl4pPr>
            <a:lvl5pPr lvl="4" algn="ctr">
              <a:lnSpc>
                <a:spcPct val="9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9"/>
          <p:cNvSpPr txBox="1"/>
          <p:nvPr>
            <p:ph idx="12" type="sldNum"/>
          </p:nvPr>
        </p:nvSpPr>
        <p:spPr>
          <a:xfrm>
            <a:off x="10977372" y="6021926"/>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 name="Google Shape;17;p29"/>
          <p:cNvSpPr txBox="1"/>
          <p:nvPr>
            <p:ph idx="2" type="body"/>
          </p:nvPr>
        </p:nvSpPr>
        <p:spPr>
          <a:xfrm>
            <a:off x="804672" y="3557016"/>
            <a:ext cx="8001000" cy="71242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1600"/>
              <a:buFont typeface="Arial"/>
              <a:buNone/>
              <a:defRPr sz="1600">
                <a:solidFill>
                  <a:schemeClr val="lt2"/>
                </a:solidFill>
              </a:defRPr>
            </a:lvl1pPr>
            <a:lvl2pPr indent="-228600" lvl="1" marL="914400" algn="l">
              <a:lnSpc>
                <a:spcPct val="90000"/>
              </a:lnSpc>
              <a:spcBef>
                <a:spcPts val="500"/>
              </a:spcBef>
              <a:spcAft>
                <a:spcPts val="0"/>
              </a:spcAft>
              <a:buClr>
                <a:schemeClr val="lt2"/>
              </a:buClr>
              <a:buSzPts val="1600"/>
              <a:buFont typeface="Arial"/>
              <a:buNone/>
              <a:defRPr i="1" sz="1600"/>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rgbClr val="FFFFFF"/>
        </a:solidFill>
      </p:bgPr>
    </p:bg>
    <p:spTree>
      <p:nvGrpSpPr>
        <p:cNvPr id="18" name="Shape 18"/>
        <p:cNvGrpSpPr/>
        <p:nvPr/>
      </p:nvGrpSpPr>
      <p:grpSpPr>
        <a:xfrm>
          <a:off x="0" y="0"/>
          <a:ext cx="0" cy="0"/>
          <a:chOff x="0" y="0"/>
          <a:chExt cx="0" cy="0"/>
        </a:xfrm>
      </p:grpSpPr>
      <p:sp>
        <p:nvSpPr>
          <p:cNvPr id="19" name="Google Shape;19;p30"/>
          <p:cNvSpPr/>
          <p:nvPr/>
        </p:nvSpPr>
        <p:spPr>
          <a:xfrm>
            <a:off x="-29440" y="0"/>
            <a:ext cx="6096064"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900" u="none" cap="none" strike="noStrike">
              <a:solidFill>
                <a:schemeClr val="lt1"/>
              </a:solidFill>
              <a:latin typeface="Arial"/>
              <a:ea typeface="Arial"/>
              <a:cs typeface="Arial"/>
              <a:sym typeface="Arial"/>
            </a:endParaRPr>
          </a:p>
        </p:txBody>
      </p:sp>
      <p:cxnSp>
        <p:nvCxnSpPr>
          <p:cNvPr id="20" name="Google Shape;20;p30"/>
          <p:cNvCxnSpPr/>
          <p:nvPr/>
        </p:nvCxnSpPr>
        <p:spPr>
          <a:xfrm>
            <a:off x="2057936" y="315708"/>
            <a:ext cx="0" cy="250031"/>
          </a:xfrm>
          <a:prstGeom prst="straightConnector1">
            <a:avLst/>
          </a:prstGeom>
          <a:noFill/>
          <a:ln cap="flat" cmpd="sng" w="9525">
            <a:solidFill>
              <a:srgbClr val="BFBFBF"/>
            </a:solidFill>
            <a:prstDash val="solid"/>
            <a:round/>
            <a:headEnd len="sm" w="sm" type="none"/>
            <a:tailEnd len="sm" w="sm" type="none"/>
          </a:ln>
        </p:spPr>
      </p:cxnSp>
      <p:cxnSp>
        <p:nvCxnSpPr>
          <p:cNvPr id="21" name="Google Shape;21;p30"/>
          <p:cNvCxnSpPr/>
          <p:nvPr/>
        </p:nvCxnSpPr>
        <p:spPr>
          <a:xfrm>
            <a:off x="10075311" y="315708"/>
            <a:ext cx="0" cy="250031"/>
          </a:xfrm>
          <a:prstGeom prst="straightConnector1">
            <a:avLst/>
          </a:prstGeom>
          <a:noFill/>
          <a:ln cap="flat" cmpd="sng" w="9525">
            <a:solidFill>
              <a:srgbClr val="BFBFBF"/>
            </a:solidFill>
            <a:prstDash val="solid"/>
            <a:round/>
            <a:headEnd len="sm" w="sm" type="none"/>
            <a:tailEnd len="sm" w="sm" type="none"/>
          </a:ln>
        </p:spPr>
      </p:cxnSp>
      <p:sp>
        <p:nvSpPr>
          <p:cNvPr id="22" name="Google Shape;22;p30"/>
          <p:cNvSpPr txBox="1"/>
          <p:nvPr/>
        </p:nvSpPr>
        <p:spPr>
          <a:xfrm>
            <a:off x="301041" y="325948"/>
            <a:ext cx="1672072" cy="24622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BFBFBF"/>
                </a:solidFill>
                <a:latin typeface="Century Gothic"/>
                <a:ea typeface="Century Gothic"/>
                <a:cs typeface="Century Gothic"/>
                <a:sym typeface="Century Gothic"/>
              </a:rPr>
              <a:t>Getting the Grade</a:t>
            </a:r>
            <a:endParaRPr/>
          </a:p>
        </p:txBody>
      </p:sp>
      <p:sp>
        <p:nvSpPr>
          <p:cNvPr id="23" name="Google Shape;23;p30"/>
          <p:cNvSpPr txBox="1"/>
          <p:nvPr>
            <p:ph type="title"/>
          </p:nvPr>
        </p:nvSpPr>
        <p:spPr>
          <a:xfrm>
            <a:off x="2142759" y="325948"/>
            <a:ext cx="2195047" cy="200614"/>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000"/>
              <a:buFont typeface="Arial"/>
              <a:buNone/>
              <a:defRPr sz="1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0"/>
          <p:cNvSpPr txBox="1"/>
          <p:nvPr>
            <p:ph idx="1" type="body"/>
          </p:nvPr>
        </p:nvSpPr>
        <p:spPr>
          <a:xfrm>
            <a:off x="4337806" y="2030532"/>
            <a:ext cx="417538" cy="2770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Clr>
                <a:srgbClr val="8D8D96"/>
              </a:buClr>
              <a:buSzPts val="2200"/>
              <a:buFont typeface="Arial"/>
              <a:buNone/>
              <a:defRPr sz="2200">
                <a:solidFill>
                  <a:srgbClr val="8D8D96"/>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0"/>
          <p:cNvSpPr txBox="1"/>
          <p:nvPr>
            <p:ph idx="2" type="body"/>
          </p:nvPr>
        </p:nvSpPr>
        <p:spPr>
          <a:xfrm>
            <a:off x="4337806" y="3040015"/>
            <a:ext cx="417538" cy="2770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Clr>
                <a:srgbClr val="8D8D96"/>
              </a:buClr>
              <a:buSzPts val="2200"/>
              <a:buFont typeface="Arial"/>
              <a:buNone/>
              <a:defRPr sz="2200">
                <a:solidFill>
                  <a:srgbClr val="8D8D96"/>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0"/>
          <p:cNvSpPr txBox="1"/>
          <p:nvPr>
            <p:ph idx="3" type="body"/>
          </p:nvPr>
        </p:nvSpPr>
        <p:spPr>
          <a:xfrm>
            <a:off x="4337806" y="4055523"/>
            <a:ext cx="417538" cy="2770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Clr>
                <a:srgbClr val="8D8D96"/>
              </a:buClr>
              <a:buSzPts val="2200"/>
              <a:buFont typeface="Arial"/>
              <a:buNone/>
              <a:defRPr sz="2200">
                <a:solidFill>
                  <a:srgbClr val="8D8D96"/>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0"/>
          <p:cNvSpPr txBox="1"/>
          <p:nvPr>
            <p:ph idx="4" type="body"/>
          </p:nvPr>
        </p:nvSpPr>
        <p:spPr>
          <a:xfrm>
            <a:off x="4337806" y="5076966"/>
            <a:ext cx="417538" cy="2770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1000"/>
              </a:spcBef>
              <a:spcAft>
                <a:spcPts val="0"/>
              </a:spcAft>
              <a:buClr>
                <a:srgbClr val="8D8D96"/>
              </a:buClr>
              <a:buSzPts val="2200"/>
              <a:buFont typeface="Arial"/>
              <a:buNone/>
              <a:defRPr sz="2200">
                <a:solidFill>
                  <a:srgbClr val="8D8D96"/>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0"/>
          <p:cNvSpPr txBox="1"/>
          <p:nvPr>
            <p:ph idx="5" type="body"/>
          </p:nvPr>
        </p:nvSpPr>
        <p:spPr>
          <a:xfrm>
            <a:off x="5392841" y="2030532"/>
            <a:ext cx="2862122" cy="277063"/>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1000"/>
              </a:spcBef>
              <a:spcAft>
                <a:spcPts val="0"/>
              </a:spcAft>
              <a:buClr>
                <a:srgbClr val="34353A"/>
              </a:buClr>
              <a:buSzPts val="2200"/>
              <a:buFont typeface="Arial"/>
              <a:buNone/>
              <a:defRPr sz="2200">
                <a:solidFill>
                  <a:srgbClr val="34353A"/>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0"/>
          <p:cNvSpPr txBox="1"/>
          <p:nvPr>
            <p:ph idx="6" type="body"/>
          </p:nvPr>
        </p:nvSpPr>
        <p:spPr>
          <a:xfrm>
            <a:off x="5392841" y="3040015"/>
            <a:ext cx="2862122" cy="277063"/>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1000"/>
              </a:spcBef>
              <a:spcAft>
                <a:spcPts val="0"/>
              </a:spcAft>
              <a:buClr>
                <a:srgbClr val="34353A"/>
              </a:buClr>
              <a:buSzPts val="2200"/>
              <a:buFont typeface="Arial"/>
              <a:buNone/>
              <a:defRPr sz="2200">
                <a:solidFill>
                  <a:srgbClr val="34353A"/>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0"/>
          <p:cNvSpPr txBox="1"/>
          <p:nvPr>
            <p:ph idx="7" type="body"/>
          </p:nvPr>
        </p:nvSpPr>
        <p:spPr>
          <a:xfrm>
            <a:off x="5392841" y="4055523"/>
            <a:ext cx="2862122" cy="277063"/>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1000"/>
              </a:spcBef>
              <a:spcAft>
                <a:spcPts val="0"/>
              </a:spcAft>
              <a:buClr>
                <a:srgbClr val="34353A"/>
              </a:buClr>
              <a:buSzPts val="2200"/>
              <a:buFont typeface="Arial"/>
              <a:buNone/>
              <a:defRPr sz="2200">
                <a:solidFill>
                  <a:srgbClr val="34353A"/>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0"/>
          <p:cNvSpPr txBox="1"/>
          <p:nvPr>
            <p:ph idx="8" type="body"/>
          </p:nvPr>
        </p:nvSpPr>
        <p:spPr>
          <a:xfrm>
            <a:off x="5392841" y="5076966"/>
            <a:ext cx="2862122" cy="277063"/>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1000"/>
              </a:spcBef>
              <a:spcAft>
                <a:spcPts val="0"/>
              </a:spcAft>
              <a:buClr>
                <a:srgbClr val="34353A"/>
              </a:buClr>
              <a:buSzPts val="2200"/>
              <a:buFont typeface="Arial"/>
              <a:buNone/>
              <a:defRPr sz="2200">
                <a:solidFill>
                  <a:srgbClr val="34353A"/>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0"/>
          <p:cNvSpPr txBox="1"/>
          <p:nvPr>
            <p:ph idx="12" type="sldNum"/>
          </p:nvPr>
        </p:nvSpPr>
        <p:spPr>
          <a:xfrm>
            <a:off x="11130845" y="6524815"/>
            <a:ext cx="297275" cy="133232"/>
          </a:xfrm>
          <a:prstGeom prst="rect">
            <a:avLst/>
          </a:prstGeom>
          <a:noFill/>
          <a:ln>
            <a:noFill/>
          </a:ln>
        </p:spPr>
        <p:txBody>
          <a:bodyPr anchorCtr="0" anchor="b" bIns="0" lIns="0" spcFirstLastPara="1" rIns="0" wrap="square" tIns="118850">
            <a:noAutofit/>
          </a:bodyPr>
          <a:lstStyle>
            <a:lvl1pPr indent="0" lvl="0" marL="0" marR="0" algn="r">
              <a:spcBef>
                <a:spcPts val="0"/>
              </a:spcBef>
              <a:buNone/>
              <a:defRPr b="0" i="0" sz="933" u="none" cap="none" strike="noStrike">
                <a:solidFill>
                  <a:srgbClr val="8A8A90"/>
                </a:solidFill>
                <a:latin typeface="Arial"/>
                <a:ea typeface="Arial"/>
                <a:cs typeface="Arial"/>
                <a:sym typeface="Arial"/>
              </a:defRPr>
            </a:lvl1pPr>
            <a:lvl2pPr indent="0" lvl="1" marL="0" marR="0" algn="r">
              <a:spcBef>
                <a:spcPts val="0"/>
              </a:spcBef>
              <a:buNone/>
              <a:defRPr b="0" i="0" sz="933" u="none" cap="none" strike="noStrike">
                <a:solidFill>
                  <a:srgbClr val="8A8A90"/>
                </a:solidFill>
                <a:latin typeface="Arial"/>
                <a:ea typeface="Arial"/>
                <a:cs typeface="Arial"/>
                <a:sym typeface="Arial"/>
              </a:defRPr>
            </a:lvl2pPr>
            <a:lvl3pPr indent="0" lvl="2" marL="0" marR="0" algn="r">
              <a:spcBef>
                <a:spcPts val="0"/>
              </a:spcBef>
              <a:buNone/>
              <a:defRPr b="0" i="0" sz="933" u="none" cap="none" strike="noStrike">
                <a:solidFill>
                  <a:srgbClr val="8A8A90"/>
                </a:solidFill>
                <a:latin typeface="Arial"/>
                <a:ea typeface="Arial"/>
                <a:cs typeface="Arial"/>
                <a:sym typeface="Arial"/>
              </a:defRPr>
            </a:lvl3pPr>
            <a:lvl4pPr indent="0" lvl="3" marL="0" marR="0" algn="r">
              <a:spcBef>
                <a:spcPts val="0"/>
              </a:spcBef>
              <a:buNone/>
              <a:defRPr b="0" i="0" sz="933" u="none" cap="none" strike="noStrike">
                <a:solidFill>
                  <a:srgbClr val="8A8A90"/>
                </a:solidFill>
                <a:latin typeface="Arial"/>
                <a:ea typeface="Arial"/>
                <a:cs typeface="Arial"/>
                <a:sym typeface="Arial"/>
              </a:defRPr>
            </a:lvl4pPr>
            <a:lvl5pPr indent="0" lvl="4" marL="0" marR="0" algn="r">
              <a:spcBef>
                <a:spcPts val="0"/>
              </a:spcBef>
              <a:buNone/>
              <a:defRPr b="0" i="0" sz="933" u="none" cap="none" strike="noStrike">
                <a:solidFill>
                  <a:srgbClr val="8A8A90"/>
                </a:solidFill>
                <a:latin typeface="Arial"/>
                <a:ea typeface="Arial"/>
                <a:cs typeface="Arial"/>
                <a:sym typeface="Arial"/>
              </a:defRPr>
            </a:lvl5pPr>
            <a:lvl6pPr indent="0" lvl="5" marL="0" marR="0" algn="r">
              <a:spcBef>
                <a:spcPts val="0"/>
              </a:spcBef>
              <a:buNone/>
              <a:defRPr b="0" i="0" sz="933" u="none" cap="none" strike="noStrike">
                <a:solidFill>
                  <a:srgbClr val="8A8A90"/>
                </a:solidFill>
                <a:latin typeface="Arial"/>
                <a:ea typeface="Arial"/>
                <a:cs typeface="Arial"/>
                <a:sym typeface="Arial"/>
              </a:defRPr>
            </a:lvl6pPr>
            <a:lvl7pPr indent="0" lvl="6" marL="0" marR="0" algn="r">
              <a:spcBef>
                <a:spcPts val="0"/>
              </a:spcBef>
              <a:buNone/>
              <a:defRPr b="0" i="0" sz="933" u="none" cap="none" strike="noStrike">
                <a:solidFill>
                  <a:srgbClr val="8A8A90"/>
                </a:solidFill>
                <a:latin typeface="Arial"/>
                <a:ea typeface="Arial"/>
                <a:cs typeface="Arial"/>
                <a:sym typeface="Arial"/>
              </a:defRPr>
            </a:lvl7pPr>
            <a:lvl8pPr indent="0" lvl="7" marL="0" marR="0" algn="r">
              <a:spcBef>
                <a:spcPts val="0"/>
              </a:spcBef>
              <a:buNone/>
              <a:defRPr b="0" i="0" sz="933" u="none" cap="none" strike="noStrike">
                <a:solidFill>
                  <a:srgbClr val="8A8A90"/>
                </a:solidFill>
                <a:latin typeface="Arial"/>
                <a:ea typeface="Arial"/>
                <a:cs typeface="Arial"/>
                <a:sym typeface="Arial"/>
              </a:defRPr>
            </a:lvl8pPr>
            <a:lvl9pPr indent="0" lvl="8" marL="0" marR="0" algn="r">
              <a:spcBef>
                <a:spcPts val="0"/>
              </a:spcBef>
              <a:buNone/>
              <a:defRPr b="0" i="0" sz="933" u="none" cap="none" strike="noStrike">
                <a:solidFill>
                  <a:srgbClr val="8A8A9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795528" y="1301178"/>
            <a:ext cx="5181600" cy="4873752"/>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1"/>
          <p:cNvSpPr txBox="1"/>
          <p:nvPr>
            <p:ph idx="2" type="body"/>
          </p:nvPr>
        </p:nvSpPr>
        <p:spPr>
          <a:xfrm>
            <a:off x="6212544" y="1301178"/>
            <a:ext cx="5181600" cy="4873752"/>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8" name="Shape 38"/>
        <p:cNvGrpSpPr/>
        <p:nvPr/>
      </p:nvGrpSpPr>
      <p:grpSpPr>
        <a:xfrm>
          <a:off x="0" y="0"/>
          <a:ext cx="0" cy="0"/>
          <a:chOff x="0" y="0"/>
          <a:chExt cx="0" cy="0"/>
        </a:xfrm>
      </p:grpSpPr>
      <p:sp>
        <p:nvSpPr>
          <p:cNvPr id="39" name="Google Shape;39;p32"/>
          <p:cNvSpPr txBox="1"/>
          <p:nvPr>
            <p:ph type="title"/>
          </p:nvPr>
        </p:nvSpPr>
        <p:spPr>
          <a:xfrm>
            <a:off x="795527" y="365760"/>
            <a:ext cx="5184648" cy="813816"/>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2"/>
          <p:cNvSpPr txBox="1"/>
          <p:nvPr>
            <p:ph idx="1" type="body"/>
          </p:nvPr>
        </p:nvSpPr>
        <p:spPr>
          <a:xfrm>
            <a:off x="6211890" y="365760"/>
            <a:ext cx="5184648" cy="581279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50"/>
              <a:buFont typeface="Arial"/>
              <a:buNone/>
              <a:defRPr sz="1850"/>
            </a:lvl1pPr>
            <a:lvl2pPr indent="-346075" lvl="1" marL="914400" algn="l">
              <a:lnSpc>
                <a:spcPct val="90000"/>
              </a:lnSpc>
              <a:spcBef>
                <a:spcPts val="500"/>
              </a:spcBef>
              <a:spcAft>
                <a:spcPts val="0"/>
              </a:spcAft>
              <a:buClr>
                <a:schemeClr val="lt2"/>
              </a:buClr>
              <a:buSzPts val="1850"/>
              <a:buChar char="•"/>
              <a:defRPr sz="1850"/>
            </a:lvl2pPr>
            <a:lvl3pPr indent="-330200" lvl="2" marL="1371600" algn="l">
              <a:lnSpc>
                <a:spcPct val="90000"/>
              </a:lnSpc>
              <a:spcBef>
                <a:spcPts val="500"/>
              </a:spcBef>
              <a:spcAft>
                <a:spcPts val="0"/>
              </a:spcAft>
              <a:buClr>
                <a:schemeClr val="lt2"/>
              </a:buClr>
              <a:buSzPts val="1600"/>
              <a:buChar char="‒"/>
              <a:defRPr sz="1600"/>
            </a:lvl3pPr>
            <a:lvl4pPr indent="-320675" lvl="3" marL="1828800" algn="l">
              <a:lnSpc>
                <a:spcPct val="90000"/>
              </a:lnSpc>
              <a:spcBef>
                <a:spcPts val="500"/>
              </a:spcBef>
              <a:spcAft>
                <a:spcPts val="0"/>
              </a:spcAft>
              <a:buClr>
                <a:schemeClr val="lt2"/>
              </a:buClr>
              <a:buSzPts val="1450"/>
              <a:buChar char="•"/>
              <a:defRPr sz="1450"/>
            </a:lvl4pPr>
            <a:lvl5pPr indent="-320675" lvl="4" marL="2286000" algn="l">
              <a:lnSpc>
                <a:spcPct val="90000"/>
              </a:lnSpc>
              <a:spcBef>
                <a:spcPts val="500"/>
              </a:spcBef>
              <a:spcAft>
                <a:spcPts val="0"/>
              </a:spcAft>
              <a:buClr>
                <a:schemeClr val="lt2"/>
              </a:buClr>
              <a:buSzPts val="1450"/>
              <a:buChar char="‒"/>
              <a:defRPr sz="145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1" name="Google Shape;41;p32"/>
          <p:cNvSpPr txBox="1"/>
          <p:nvPr>
            <p:ph idx="2" type="body"/>
          </p:nvPr>
        </p:nvSpPr>
        <p:spPr>
          <a:xfrm>
            <a:off x="795527" y="1304356"/>
            <a:ext cx="5184648" cy="4874194"/>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50"/>
              <a:buFont typeface="Arial"/>
              <a:buNone/>
              <a:defRPr sz="1850"/>
            </a:lvl1pPr>
            <a:lvl2pPr indent="-228600" lvl="1" marL="914400" algn="l">
              <a:lnSpc>
                <a:spcPct val="90000"/>
              </a:lnSpc>
              <a:spcBef>
                <a:spcPts val="500"/>
              </a:spcBef>
              <a:spcAft>
                <a:spcPts val="0"/>
              </a:spcAft>
              <a:buClr>
                <a:schemeClr val="lt2"/>
              </a:buClr>
              <a:buSzPts val="1400"/>
              <a:buNone/>
              <a:defRPr sz="1400"/>
            </a:lvl2pPr>
            <a:lvl3pPr indent="-228600" lvl="2" marL="1371600" algn="l">
              <a:lnSpc>
                <a:spcPct val="90000"/>
              </a:lnSpc>
              <a:spcBef>
                <a:spcPts val="500"/>
              </a:spcBef>
              <a:spcAft>
                <a:spcPts val="0"/>
              </a:spcAft>
              <a:buClr>
                <a:schemeClr val="lt2"/>
              </a:buClr>
              <a:buSzPts val="1200"/>
              <a:buNone/>
              <a:defRPr sz="1200"/>
            </a:lvl3pPr>
            <a:lvl4pPr indent="-228600" lvl="3" marL="1828800" algn="l">
              <a:lnSpc>
                <a:spcPct val="90000"/>
              </a:lnSpc>
              <a:spcBef>
                <a:spcPts val="500"/>
              </a:spcBef>
              <a:spcAft>
                <a:spcPts val="0"/>
              </a:spcAft>
              <a:buClr>
                <a:schemeClr val="lt2"/>
              </a:buClr>
              <a:buSzPts val="1000"/>
              <a:buNone/>
              <a:defRPr sz="1000"/>
            </a:lvl4pPr>
            <a:lvl5pPr indent="-228600" lvl="4" marL="2286000" algn="l">
              <a:lnSpc>
                <a:spcPct val="90000"/>
              </a:lnSpc>
              <a:spcBef>
                <a:spcPts val="500"/>
              </a:spcBef>
              <a:spcAft>
                <a:spcPts val="0"/>
              </a:spcAft>
              <a:buClr>
                <a:schemeClr val="lt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2" name="Google Shape;42;p32"/>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Full / Text centered">
  <p:cSld name="Image: Full / Text centered">
    <p:spTree>
      <p:nvGrpSpPr>
        <p:cNvPr id="43" name="Shape 43"/>
        <p:cNvGrpSpPr/>
        <p:nvPr/>
      </p:nvGrpSpPr>
      <p:grpSpPr>
        <a:xfrm>
          <a:off x="0" y="0"/>
          <a:ext cx="0" cy="0"/>
          <a:chOff x="0" y="0"/>
          <a:chExt cx="0" cy="0"/>
        </a:xfrm>
      </p:grpSpPr>
      <p:sp>
        <p:nvSpPr>
          <p:cNvPr id="44" name="Google Shape;44;p33"/>
          <p:cNvSpPr/>
          <p:nvPr>
            <p:ph idx="2" type="pic"/>
          </p:nvPr>
        </p:nvSpPr>
        <p:spPr>
          <a:xfrm>
            <a:off x="0" y="0"/>
            <a:ext cx="12192000" cy="6858000"/>
          </a:xfrm>
          <a:prstGeom prst="rect">
            <a:avLst/>
          </a:prstGeom>
          <a:solidFill>
            <a:srgbClr val="191919"/>
          </a:solidFill>
          <a:ln>
            <a:noFill/>
          </a:ln>
        </p:spPr>
      </p:sp>
      <p:sp>
        <p:nvSpPr>
          <p:cNvPr id="45" name="Google Shape;45;p33"/>
          <p:cNvSpPr txBox="1"/>
          <p:nvPr>
            <p:ph idx="1" type="body"/>
          </p:nvPr>
        </p:nvSpPr>
        <p:spPr>
          <a:xfrm>
            <a:off x="1742327" y="2541957"/>
            <a:ext cx="8678877" cy="1774087"/>
          </a:xfrm>
          <a:prstGeom prst="rect">
            <a:avLst/>
          </a:prstGeom>
          <a:noFill/>
          <a:ln>
            <a:noFill/>
          </a:ln>
        </p:spPr>
        <p:txBody>
          <a:bodyPr anchorCtr="0" anchor="ctr" bIns="0" lIns="0" spcFirstLastPara="1" rIns="0" wrap="square" tIns="0">
            <a:normAutofit/>
          </a:bodyPr>
          <a:lstStyle>
            <a:lvl1pPr indent="-228600" lvl="0" marL="457200" algn="ctr">
              <a:lnSpc>
                <a:spcPct val="150000"/>
              </a:lnSpc>
              <a:spcBef>
                <a:spcPts val="1000"/>
              </a:spcBef>
              <a:spcAft>
                <a:spcPts val="0"/>
              </a:spcAft>
              <a:buClr>
                <a:srgbClr val="FFFFFF"/>
              </a:buClr>
              <a:buSzPts val="3000"/>
              <a:buFont typeface="Arial"/>
              <a:buNone/>
              <a:defRPr b="0" i="0" sz="3000">
                <a:solidFill>
                  <a:srgbClr val="FFFFFF"/>
                </a:solidFill>
                <a:latin typeface="Arial"/>
                <a:ea typeface="Arial"/>
                <a:cs typeface="Arial"/>
                <a:sym typeface="Aria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or image_Full bleed" showMasterSp="0">
  <p:cSld name="Video or image_Full bleed">
    <p:bg>
      <p:bgPr>
        <a:solidFill>
          <a:schemeClr val="lt1"/>
        </a:solidFill>
      </p:bgPr>
    </p:bg>
    <p:spTree>
      <p:nvGrpSpPr>
        <p:cNvPr id="46" name="Shape 46"/>
        <p:cNvGrpSpPr/>
        <p:nvPr/>
      </p:nvGrpSpPr>
      <p:grpSpPr>
        <a:xfrm>
          <a:off x="0" y="0"/>
          <a:ext cx="0" cy="0"/>
          <a:chOff x="0" y="0"/>
          <a:chExt cx="0" cy="0"/>
        </a:xfrm>
      </p:grpSpPr>
      <p:sp>
        <p:nvSpPr>
          <p:cNvPr id="47" name="Google Shape;47;p36"/>
          <p:cNvSpPr txBox="1"/>
          <p:nvPr>
            <p:ph idx="1" type="body"/>
          </p:nvPr>
        </p:nvSpPr>
        <p:spPr>
          <a:xfrm>
            <a:off x="-9144" y="-9144"/>
            <a:ext cx="12207240" cy="687628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1"/>
              </a:buClr>
              <a:buSzPts val="1850"/>
              <a:buFont typeface="Arial"/>
              <a:buNone/>
              <a:defRPr>
                <a:solidFill>
                  <a:schemeClr val="lt1"/>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6"/>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and Citation">
  <p:cSld name="Two Content and Citation">
    <p:spTree>
      <p:nvGrpSpPr>
        <p:cNvPr id="49" name="Shape 49"/>
        <p:cNvGrpSpPr/>
        <p:nvPr/>
      </p:nvGrpSpPr>
      <p:grpSpPr>
        <a:xfrm>
          <a:off x="0" y="0"/>
          <a:ext cx="0" cy="0"/>
          <a:chOff x="0" y="0"/>
          <a:chExt cx="0" cy="0"/>
        </a:xfrm>
      </p:grpSpPr>
      <p:sp>
        <p:nvSpPr>
          <p:cNvPr id="50" name="Google Shape;50;p37"/>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 type="body"/>
          </p:nvPr>
        </p:nvSpPr>
        <p:spPr>
          <a:xfrm>
            <a:off x="795528" y="1301178"/>
            <a:ext cx="5181600" cy="466344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7"/>
          <p:cNvSpPr txBox="1"/>
          <p:nvPr>
            <p:ph idx="2" type="body"/>
          </p:nvPr>
        </p:nvSpPr>
        <p:spPr>
          <a:xfrm>
            <a:off x="6212544" y="1301178"/>
            <a:ext cx="5181600" cy="466344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7"/>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37"/>
          <p:cNvSpPr txBox="1"/>
          <p:nvPr>
            <p:ph idx="3" type="body"/>
          </p:nvPr>
        </p:nvSpPr>
        <p:spPr>
          <a:xfrm>
            <a:off x="795338" y="6053328"/>
            <a:ext cx="10601325" cy="12801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38"/>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8"/>
          <p:cNvSpPr txBox="1"/>
          <p:nvPr>
            <p:ph idx="1" type="body"/>
          </p:nvPr>
        </p:nvSpPr>
        <p:spPr>
          <a:xfrm>
            <a:off x="795528" y="1307591"/>
            <a:ext cx="10597896" cy="487132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8"/>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Citation">
  <p:cSld name="Title, Content and Citation">
    <p:spTree>
      <p:nvGrpSpPr>
        <p:cNvPr id="59" name="Shape 59"/>
        <p:cNvGrpSpPr/>
        <p:nvPr/>
      </p:nvGrpSpPr>
      <p:grpSpPr>
        <a:xfrm>
          <a:off x="0" y="0"/>
          <a:ext cx="0" cy="0"/>
          <a:chOff x="0" y="0"/>
          <a:chExt cx="0" cy="0"/>
        </a:xfrm>
      </p:grpSpPr>
      <p:sp>
        <p:nvSpPr>
          <p:cNvPr id="60" name="Google Shape;60;p39"/>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9"/>
          <p:cNvSpPr txBox="1"/>
          <p:nvPr>
            <p:ph idx="1" type="body"/>
          </p:nvPr>
        </p:nvSpPr>
        <p:spPr>
          <a:xfrm>
            <a:off x="795528" y="1307591"/>
            <a:ext cx="10597896" cy="487132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9"/>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3" name="Google Shape;63;p39"/>
          <p:cNvSpPr txBox="1"/>
          <p:nvPr>
            <p:ph idx="2" type="body"/>
          </p:nvPr>
        </p:nvSpPr>
        <p:spPr>
          <a:xfrm>
            <a:off x="795338" y="6053138"/>
            <a:ext cx="10598150" cy="128587"/>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273050" lvl="1" marL="914400" algn="l">
              <a:lnSpc>
                <a:spcPct val="90000"/>
              </a:lnSpc>
              <a:spcBef>
                <a:spcPts val="500"/>
              </a:spcBef>
              <a:spcAft>
                <a:spcPts val="0"/>
              </a:spcAft>
              <a:buClr>
                <a:schemeClr val="lt2"/>
              </a:buClr>
              <a:buSzPts val="700"/>
              <a:buChar char="•"/>
              <a:defRPr sz="700"/>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accent1"/>
        </a:solidFill>
      </p:bgPr>
    </p:bg>
    <p:spTree>
      <p:nvGrpSpPr>
        <p:cNvPr id="64" name="Shape 64"/>
        <p:cNvGrpSpPr/>
        <p:nvPr/>
      </p:nvGrpSpPr>
      <p:grpSpPr>
        <a:xfrm>
          <a:off x="0" y="0"/>
          <a:ext cx="0" cy="0"/>
          <a:chOff x="0" y="0"/>
          <a:chExt cx="0" cy="0"/>
        </a:xfrm>
      </p:grpSpPr>
      <p:sp>
        <p:nvSpPr>
          <p:cNvPr id="65" name="Google Shape;65;p40"/>
          <p:cNvSpPr txBox="1"/>
          <p:nvPr>
            <p:ph type="title"/>
          </p:nvPr>
        </p:nvSpPr>
        <p:spPr>
          <a:xfrm>
            <a:off x="804672" y="1828800"/>
            <a:ext cx="8001000" cy="146304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4250"/>
              <a:buFont typeface="Arial"/>
              <a:buNone/>
              <a:defRPr sz="42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0"/>
          <p:cNvSpPr txBox="1"/>
          <p:nvPr>
            <p:ph idx="1" type="body"/>
          </p:nvPr>
        </p:nvSpPr>
        <p:spPr>
          <a:xfrm>
            <a:off x="804672" y="3410712"/>
            <a:ext cx="8001000" cy="61264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1"/>
              </a:buClr>
              <a:buSzPts val="1600"/>
              <a:buFont typeface="Arial"/>
              <a:buNone/>
              <a:defRPr sz="1600">
                <a:solidFill>
                  <a:schemeClr val="lt1"/>
                </a:solidFill>
              </a:defRPr>
            </a:lvl1pPr>
            <a:lvl2pPr indent="-228600" lvl="1" marL="914400" algn="l">
              <a:lnSpc>
                <a:spcPct val="90000"/>
              </a:lnSpc>
              <a:spcBef>
                <a:spcPts val="500"/>
              </a:spcBef>
              <a:spcAft>
                <a:spcPts val="0"/>
              </a:spcAft>
              <a:buClr>
                <a:srgbClr val="929295"/>
              </a:buClr>
              <a:buSzPts val="2000"/>
              <a:buNone/>
              <a:defRPr sz="2000">
                <a:solidFill>
                  <a:srgbClr val="929295"/>
                </a:solidFill>
              </a:defRPr>
            </a:lvl2pPr>
            <a:lvl3pPr indent="-228600" lvl="2" marL="1371600" algn="l">
              <a:lnSpc>
                <a:spcPct val="90000"/>
              </a:lnSpc>
              <a:spcBef>
                <a:spcPts val="500"/>
              </a:spcBef>
              <a:spcAft>
                <a:spcPts val="0"/>
              </a:spcAft>
              <a:buClr>
                <a:srgbClr val="929295"/>
              </a:buClr>
              <a:buSzPts val="1800"/>
              <a:buNone/>
              <a:defRPr sz="1800">
                <a:solidFill>
                  <a:srgbClr val="929295"/>
                </a:solidFill>
              </a:defRPr>
            </a:lvl3pPr>
            <a:lvl4pPr indent="-228600" lvl="3" marL="1828800" algn="l">
              <a:lnSpc>
                <a:spcPct val="90000"/>
              </a:lnSpc>
              <a:spcBef>
                <a:spcPts val="500"/>
              </a:spcBef>
              <a:spcAft>
                <a:spcPts val="0"/>
              </a:spcAft>
              <a:buClr>
                <a:srgbClr val="929295"/>
              </a:buClr>
              <a:buSzPts val="1600"/>
              <a:buNone/>
              <a:defRPr sz="1600">
                <a:solidFill>
                  <a:srgbClr val="929295"/>
                </a:solidFill>
              </a:defRPr>
            </a:lvl4pPr>
            <a:lvl5pPr indent="-228600" lvl="4" marL="2286000" algn="l">
              <a:lnSpc>
                <a:spcPct val="90000"/>
              </a:lnSpc>
              <a:spcBef>
                <a:spcPts val="500"/>
              </a:spcBef>
              <a:spcAft>
                <a:spcPts val="0"/>
              </a:spcAft>
              <a:buClr>
                <a:srgbClr val="929295"/>
              </a:buClr>
              <a:buSzPts val="1600"/>
              <a:buNone/>
              <a:defRPr sz="1600">
                <a:solidFill>
                  <a:srgbClr val="929295"/>
                </a:solidFill>
              </a:defRPr>
            </a:lvl5pPr>
            <a:lvl6pPr indent="-228600" lvl="5" marL="2743200" algn="l">
              <a:lnSpc>
                <a:spcPct val="90000"/>
              </a:lnSpc>
              <a:spcBef>
                <a:spcPts val="500"/>
              </a:spcBef>
              <a:spcAft>
                <a:spcPts val="0"/>
              </a:spcAft>
              <a:buClr>
                <a:srgbClr val="929295"/>
              </a:buClr>
              <a:buSzPts val="1600"/>
              <a:buNone/>
              <a:defRPr sz="1600">
                <a:solidFill>
                  <a:srgbClr val="929295"/>
                </a:solidFill>
              </a:defRPr>
            </a:lvl6pPr>
            <a:lvl7pPr indent="-228600" lvl="6" marL="3200400" algn="l">
              <a:lnSpc>
                <a:spcPct val="90000"/>
              </a:lnSpc>
              <a:spcBef>
                <a:spcPts val="500"/>
              </a:spcBef>
              <a:spcAft>
                <a:spcPts val="0"/>
              </a:spcAft>
              <a:buClr>
                <a:srgbClr val="929295"/>
              </a:buClr>
              <a:buSzPts val="1600"/>
              <a:buNone/>
              <a:defRPr sz="1600">
                <a:solidFill>
                  <a:srgbClr val="929295"/>
                </a:solidFill>
              </a:defRPr>
            </a:lvl7pPr>
            <a:lvl8pPr indent="-228600" lvl="7" marL="3657600" algn="l">
              <a:lnSpc>
                <a:spcPct val="90000"/>
              </a:lnSpc>
              <a:spcBef>
                <a:spcPts val="500"/>
              </a:spcBef>
              <a:spcAft>
                <a:spcPts val="0"/>
              </a:spcAft>
              <a:buClr>
                <a:srgbClr val="929295"/>
              </a:buClr>
              <a:buSzPts val="1600"/>
              <a:buNone/>
              <a:defRPr sz="1600">
                <a:solidFill>
                  <a:srgbClr val="929295"/>
                </a:solidFill>
              </a:defRPr>
            </a:lvl8pPr>
            <a:lvl9pPr indent="-228600" lvl="8" marL="4114800" algn="l">
              <a:lnSpc>
                <a:spcPct val="90000"/>
              </a:lnSpc>
              <a:spcBef>
                <a:spcPts val="500"/>
              </a:spcBef>
              <a:spcAft>
                <a:spcPts val="0"/>
              </a:spcAft>
              <a:buClr>
                <a:srgbClr val="929295"/>
              </a:buClr>
              <a:buSzPts val="1600"/>
              <a:buNone/>
              <a:defRPr sz="1600">
                <a:solidFill>
                  <a:srgbClr val="929295"/>
                </a:solidFill>
              </a:defRPr>
            </a:lvl9pPr>
          </a:lstStyle>
          <a:p/>
        </p:txBody>
      </p:sp>
      <p:sp>
        <p:nvSpPr>
          <p:cNvPr id="67" name="Google Shape;67;p40"/>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000" u="none" cap="none" strike="noStrike">
                <a:solidFill>
                  <a:srgbClr val="B8B8BB"/>
                </a:solidFill>
                <a:latin typeface="Arial"/>
                <a:ea typeface="Arial"/>
                <a:cs typeface="Arial"/>
                <a:sym typeface="Arial"/>
              </a:defRPr>
            </a:lvl1pPr>
            <a:lvl2pPr indent="0" lvl="1" marL="0" algn="r">
              <a:spcBef>
                <a:spcPts val="0"/>
              </a:spcBef>
              <a:buNone/>
              <a:defRPr b="0" i="0" sz="1000" u="none" cap="none" strike="noStrike">
                <a:solidFill>
                  <a:srgbClr val="B8B8BB"/>
                </a:solidFill>
                <a:latin typeface="Arial"/>
                <a:ea typeface="Arial"/>
                <a:cs typeface="Arial"/>
                <a:sym typeface="Arial"/>
              </a:defRPr>
            </a:lvl2pPr>
            <a:lvl3pPr indent="0" lvl="2" marL="0" algn="r">
              <a:spcBef>
                <a:spcPts val="0"/>
              </a:spcBef>
              <a:buNone/>
              <a:defRPr b="0" i="0" sz="1000" u="none" cap="none" strike="noStrike">
                <a:solidFill>
                  <a:srgbClr val="B8B8BB"/>
                </a:solidFill>
                <a:latin typeface="Arial"/>
                <a:ea typeface="Arial"/>
                <a:cs typeface="Arial"/>
                <a:sym typeface="Arial"/>
              </a:defRPr>
            </a:lvl3pPr>
            <a:lvl4pPr indent="0" lvl="3" marL="0" algn="r">
              <a:spcBef>
                <a:spcPts val="0"/>
              </a:spcBef>
              <a:buNone/>
              <a:defRPr b="0" i="0" sz="1000" u="none" cap="none" strike="noStrike">
                <a:solidFill>
                  <a:srgbClr val="B8B8BB"/>
                </a:solidFill>
                <a:latin typeface="Arial"/>
                <a:ea typeface="Arial"/>
                <a:cs typeface="Arial"/>
                <a:sym typeface="Arial"/>
              </a:defRPr>
            </a:lvl4pPr>
            <a:lvl5pPr indent="0" lvl="4" marL="0" algn="r">
              <a:spcBef>
                <a:spcPts val="0"/>
              </a:spcBef>
              <a:buNone/>
              <a:defRPr b="0" i="0" sz="1000" u="none" cap="none" strike="noStrike">
                <a:solidFill>
                  <a:srgbClr val="B8B8BB"/>
                </a:solidFill>
                <a:latin typeface="Arial"/>
                <a:ea typeface="Arial"/>
                <a:cs typeface="Arial"/>
                <a:sym typeface="Arial"/>
              </a:defRPr>
            </a:lvl5pPr>
            <a:lvl6pPr indent="0" lvl="5" marL="0" algn="r">
              <a:spcBef>
                <a:spcPts val="0"/>
              </a:spcBef>
              <a:buNone/>
              <a:defRPr b="0" i="0" sz="1000" u="none" cap="none" strike="noStrike">
                <a:solidFill>
                  <a:srgbClr val="B8B8BB"/>
                </a:solidFill>
                <a:latin typeface="Arial"/>
                <a:ea typeface="Arial"/>
                <a:cs typeface="Arial"/>
                <a:sym typeface="Arial"/>
              </a:defRPr>
            </a:lvl6pPr>
            <a:lvl7pPr indent="0" lvl="6" marL="0" algn="r">
              <a:spcBef>
                <a:spcPts val="0"/>
              </a:spcBef>
              <a:buNone/>
              <a:defRPr b="0" i="0" sz="1000" u="none" cap="none" strike="noStrike">
                <a:solidFill>
                  <a:srgbClr val="B8B8BB"/>
                </a:solidFill>
                <a:latin typeface="Arial"/>
                <a:ea typeface="Arial"/>
                <a:cs typeface="Arial"/>
                <a:sym typeface="Arial"/>
              </a:defRPr>
            </a:lvl7pPr>
            <a:lvl8pPr indent="0" lvl="7" marL="0" algn="r">
              <a:spcBef>
                <a:spcPts val="0"/>
              </a:spcBef>
              <a:buNone/>
              <a:defRPr b="0" i="0" sz="1000" u="none" cap="none" strike="noStrike">
                <a:solidFill>
                  <a:srgbClr val="B8B8BB"/>
                </a:solidFill>
                <a:latin typeface="Arial"/>
                <a:ea typeface="Arial"/>
                <a:cs typeface="Arial"/>
                <a:sym typeface="Arial"/>
              </a:defRPr>
            </a:lvl8pPr>
            <a:lvl9pPr indent="0" lvl="8" marL="0" algn="r">
              <a:spcBef>
                <a:spcPts val="0"/>
              </a:spcBef>
              <a:buNone/>
              <a:defRPr b="0" i="0" sz="1000" u="none" cap="none" strike="noStrike">
                <a:solidFill>
                  <a:srgbClr val="B8B8B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with full bleed image" showMasterSp="0">
  <p:cSld name="Section Header_with full bleed image">
    <p:bg>
      <p:bgPr>
        <a:solidFill>
          <a:schemeClr val="accent1"/>
        </a:solidFill>
      </p:bgPr>
    </p:bg>
    <p:spTree>
      <p:nvGrpSpPr>
        <p:cNvPr id="68" name="Shape 68"/>
        <p:cNvGrpSpPr/>
        <p:nvPr/>
      </p:nvGrpSpPr>
      <p:grpSpPr>
        <a:xfrm>
          <a:off x="0" y="0"/>
          <a:ext cx="0" cy="0"/>
          <a:chOff x="0" y="0"/>
          <a:chExt cx="0" cy="0"/>
        </a:xfrm>
      </p:grpSpPr>
      <p:sp>
        <p:nvSpPr>
          <p:cNvPr id="69" name="Google Shape;69;p41"/>
          <p:cNvSpPr/>
          <p:nvPr>
            <p:ph idx="2" type="pic"/>
          </p:nvPr>
        </p:nvSpPr>
        <p:spPr>
          <a:xfrm>
            <a:off x="-9144" y="-9144"/>
            <a:ext cx="12207240" cy="6876288"/>
          </a:xfrm>
          <a:prstGeom prst="rect">
            <a:avLst/>
          </a:prstGeom>
          <a:noFill/>
          <a:ln>
            <a:noFill/>
          </a:ln>
        </p:spPr>
      </p:sp>
      <p:sp>
        <p:nvSpPr>
          <p:cNvPr id="70" name="Google Shape;70;p41"/>
          <p:cNvSpPr txBox="1"/>
          <p:nvPr>
            <p:ph type="title"/>
          </p:nvPr>
        </p:nvSpPr>
        <p:spPr>
          <a:xfrm>
            <a:off x="804672" y="1828800"/>
            <a:ext cx="8001000" cy="146304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4250"/>
              <a:buFont typeface="Arial"/>
              <a:buNone/>
              <a:defRPr sz="42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1"/>
          <p:cNvSpPr txBox="1"/>
          <p:nvPr>
            <p:ph idx="1" type="body"/>
          </p:nvPr>
        </p:nvSpPr>
        <p:spPr>
          <a:xfrm>
            <a:off x="804672" y="3410712"/>
            <a:ext cx="8001000" cy="61264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1"/>
              </a:buClr>
              <a:buSzPts val="1600"/>
              <a:buFont typeface="Arial"/>
              <a:buNone/>
              <a:defRPr sz="1600">
                <a:solidFill>
                  <a:schemeClr val="lt1"/>
                </a:solidFill>
              </a:defRPr>
            </a:lvl1pPr>
            <a:lvl2pPr indent="-228600" lvl="1" marL="914400" algn="l">
              <a:lnSpc>
                <a:spcPct val="90000"/>
              </a:lnSpc>
              <a:spcBef>
                <a:spcPts val="500"/>
              </a:spcBef>
              <a:spcAft>
                <a:spcPts val="0"/>
              </a:spcAft>
              <a:buClr>
                <a:srgbClr val="929295"/>
              </a:buClr>
              <a:buSzPts val="2000"/>
              <a:buNone/>
              <a:defRPr sz="2000">
                <a:solidFill>
                  <a:srgbClr val="929295"/>
                </a:solidFill>
              </a:defRPr>
            </a:lvl2pPr>
            <a:lvl3pPr indent="-228600" lvl="2" marL="1371600" algn="l">
              <a:lnSpc>
                <a:spcPct val="90000"/>
              </a:lnSpc>
              <a:spcBef>
                <a:spcPts val="500"/>
              </a:spcBef>
              <a:spcAft>
                <a:spcPts val="0"/>
              </a:spcAft>
              <a:buClr>
                <a:srgbClr val="929295"/>
              </a:buClr>
              <a:buSzPts val="1800"/>
              <a:buNone/>
              <a:defRPr sz="1800">
                <a:solidFill>
                  <a:srgbClr val="929295"/>
                </a:solidFill>
              </a:defRPr>
            </a:lvl3pPr>
            <a:lvl4pPr indent="-228600" lvl="3" marL="1828800" algn="l">
              <a:lnSpc>
                <a:spcPct val="90000"/>
              </a:lnSpc>
              <a:spcBef>
                <a:spcPts val="500"/>
              </a:spcBef>
              <a:spcAft>
                <a:spcPts val="0"/>
              </a:spcAft>
              <a:buClr>
                <a:srgbClr val="929295"/>
              </a:buClr>
              <a:buSzPts val="1600"/>
              <a:buNone/>
              <a:defRPr sz="1600">
                <a:solidFill>
                  <a:srgbClr val="929295"/>
                </a:solidFill>
              </a:defRPr>
            </a:lvl4pPr>
            <a:lvl5pPr indent="-228600" lvl="4" marL="2286000" algn="l">
              <a:lnSpc>
                <a:spcPct val="90000"/>
              </a:lnSpc>
              <a:spcBef>
                <a:spcPts val="500"/>
              </a:spcBef>
              <a:spcAft>
                <a:spcPts val="0"/>
              </a:spcAft>
              <a:buClr>
                <a:srgbClr val="929295"/>
              </a:buClr>
              <a:buSzPts val="1600"/>
              <a:buNone/>
              <a:defRPr sz="1600">
                <a:solidFill>
                  <a:srgbClr val="929295"/>
                </a:solidFill>
              </a:defRPr>
            </a:lvl5pPr>
            <a:lvl6pPr indent="-228600" lvl="5" marL="2743200" algn="l">
              <a:lnSpc>
                <a:spcPct val="90000"/>
              </a:lnSpc>
              <a:spcBef>
                <a:spcPts val="500"/>
              </a:spcBef>
              <a:spcAft>
                <a:spcPts val="0"/>
              </a:spcAft>
              <a:buClr>
                <a:srgbClr val="929295"/>
              </a:buClr>
              <a:buSzPts val="1600"/>
              <a:buNone/>
              <a:defRPr sz="1600">
                <a:solidFill>
                  <a:srgbClr val="929295"/>
                </a:solidFill>
              </a:defRPr>
            </a:lvl6pPr>
            <a:lvl7pPr indent="-228600" lvl="6" marL="3200400" algn="l">
              <a:lnSpc>
                <a:spcPct val="90000"/>
              </a:lnSpc>
              <a:spcBef>
                <a:spcPts val="500"/>
              </a:spcBef>
              <a:spcAft>
                <a:spcPts val="0"/>
              </a:spcAft>
              <a:buClr>
                <a:srgbClr val="929295"/>
              </a:buClr>
              <a:buSzPts val="1600"/>
              <a:buNone/>
              <a:defRPr sz="1600">
                <a:solidFill>
                  <a:srgbClr val="929295"/>
                </a:solidFill>
              </a:defRPr>
            </a:lvl7pPr>
            <a:lvl8pPr indent="-228600" lvl="7" marL="3657600" algn="l">
              <a:lnSpc>
                <a:spcPct val="90000"/>
              </a:lnSpc>
              <a:spcBef>
                <a:spcPts val="500"/>
              </a:spcBef>
              <a:spcAft>
                <a:spcPts val="0"/>
              </a:spcAft>
              <a:buClr>
                <a:srgbClr val="929295"/>
              </a:buClr>
              <a:buSzPts val="1600"/>
              <a:buNone/>
              <a:defRPr sz="1600">
                <a:solidFill>
                  <a:srgbClr val="929295"/>
                </a:solidFill>
              </a:defRPr>
            </a:lvl8pPr>
            <a:lvl9pPr indent="-228600" lvl="8" marL="4114800" algn="l">
              <a:lnSpc>
                <a:spcPct val="90000"/>
              </a:lnSpc>
              <a:spcBef>
                <a:spcPts val="500"/>
              </a:spcBef>
              <a:spcAft>
                <a:spcPts val="0"/>
              </a:spcAft>
              <a:buClr>
                <a:srgbClr val="929295"/>
              </a:buClr>
              <a:buSzPts val="1600"/>
              <a:buNone/>
              <a:defRPr sz="1600">
                <a:solidFill>
                  <a:srgbClr val="929295"/>
                </a:solidFill>
              </a:defRPr>
            </a:lvl9pPr>
          </a:lstStyle>
          <a:p/>
        </p:txBody>
      </p:sp>
      <p:sp>
        <p:nvSpPr>
          <p:cNvPr id="72" name="Google Shape;72;p41"/>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000" u="none" cap="none" strike="noStrike">
                <a:solidFill>
                  <a:srgbClr val="B8B8BB"/>
                </a:solidFill>
                <a:latin typeface="Arial"/>
                <a:ea typeface="Arial"/>
                <a:cs typeface="Arial"/>
                <a:sym typeface="Arial"/>
              </a:defRPr>
            </a:lvl1pPr>
            <a:lvl2pPr indent="0" lvl="1" marL="0" algn="r">
              <a:spcBef>
                <a:spcPts val="0"/>
              </a:spcBef>
              <a:buNone/>
              <a:defRPr b="0" i="0" sz="1000" u="none" cap="none" strike="noStrike">
                <a:solidFill>
                  <a:srgbClr val="B8B8BB"/>
                </a:solidFill>
                <a:latin typeface="Arial"/>
                <a:ea typeface="Arial"/>
                <a:cs typeface="Arial"/>
                <a:sym typeface="Arial"/>
              </a:defRPr>
            </a:lvl2pPr>
            <a:lvl3pPr indent="0" lvl="2" marL="0" algn="r">
              <a:spcBef>
                <a:spcPts val="0"/>
              </a:spcBef>
              <a:buNone/>
              <a:defRPr b="0" i="0" sz="1000" u="none" cap="none" strike="noStrike">
                <a:solidFill>
                  <a:srgbClr val="B8B8BB"/>
                </a:solidFill>
                <a:latin typeface="Arial"/>
                <a:ea typeface="Arial"/>
                <a:cs typeface="Arial"/>
                <a:sym typeface="Arial"/>
              </a:defRPr>
            </a:lvl3pPr>
            <a:lvl4pPr indent="0" lvl="3" marL="0" algn="r">
              <a:spcBef>
                <a:spcPts val="0"/>
              </a:spcBef>
              <a:buNone/>
              <a:defRPr b="0" i="0" sz="1000" u="none" cap="none" strike="noStrike">
                <a:solidFill>
                  <a:srgbClr val="B8B8BB"/>
                </a:solidFill>
                <a:latin typeface="Arial"/>
                <a:ea typeface="Arial"/>
                <a:cs typeface="Arial"/>
                <a:sym typeface="Arial"/>
              </a:defRPr>
            </a:lvl4pPr>
            <a:lvl5pPr indent="0" lvl="4" marL="0" algn="r">
              <a:spcBef>
                <a:spcPts val="0"/>
              </a:spcBef>
              <a:buNone/>
              <a:defRPr b="0" i="0" sz="1000" u="none" cap="none" strike="noStrike">
                <a:solidFill>
                  <a:srgbClr val="B8B8BB"/>
                </a:solidFill>
                <a:latin typeface="Arial"/>
                <a:ea typeface="Arial"/>
                <a:cs typeface="Arial"/>
                <a:sym typeface="Arial"/>
              </a:defRPr>
            </a:lvl5pPr>
            <a:lvl6pPr indent="0" lvl="5" marL="0" algn="r">
              <a:spcBef>
                <a:spcPts val="0"/>
              </a:spcBef>
              <a:buNone/>
              <a:defRPr b="0" i="0" sz="1000" u="none" cap="none" strike="noStrike">
                <a:solidFill>
                  <a:srgbClr val="B8B8BB"/>
                </a:solidFill>
                <a:latin typeface="Arial"/>
                <a:ea typeface="Arial"/>
                <a:cs typeface="Arial"/>
                <a:sym typeface="Arial"/>
              </a:defRPr>
            </a:lvl6pPr>
            <a:lvl7pPr indent="0" lvl="6" marL="0" algn="r">
              <a:spcBef>
                <a:spcPts val="0"/>
              </a:spcBef>
              <a:buNone/>
              <a:defRPr b="0" i="0" sz="1000" u="none" cap="none" strike="noStrike">
                <a:solidFill>
                  <a:srgbClr val="B8B8BB"/>
                </a:solidFill>
                <a:latin typeface="Arial"/>
                <a:ea typeface="Arial"/>
                <a:cs typeface="Arial"/>
                <a:sym typeface="Arial"/>
              </a:defRPr>
            </a:lvl7pPr>
            <a:lvl8pPr indent="0" lvl="7" marL="0" algn="r">
              <a:spcBef>
                <a:spcPts val="0"/>
              </a:spcBef>
              <a:buNone/>
              <a:defRPr b="0" i="0" sz="1000" u="none" cap="none" strike="noStrike">
                <a:solidFill>
                  <a:srgbClr val="B8B8BB"/>
                </a:solidFill>
                <a:latin typeface="Arial"/>
                <a:ea typeface="Arial"/>
                <a:cs typeface="Arial"/>
                <a:sym typeface="Arial"/>
              </a:defRPr>
            </a:lvl8pPr>
            <a:lvl9pPr indent="0" lvl="8" marL="0" algn="r">
              <a:spcBef>
                <a:spcPts val="0"/>
              </a:spcBef>
              <a:buNone/>
              <a:defRPr b="0" i="0" sz="1000" u="none" cap="none" strike="noStrike">
                <a:solidFill>
                  <a:srgbClr val="B8B8B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with image" showMasterSp="0">
  <p:cSld name="Section Header_with image">
    <p:bg>
      <p:bgPr>
        <a:solidFill>
          <a:schemeClr val="accent1"/>
        </a:solidFill>
      </p:bgPr>
    </p:bg>
    <p:spTree>
      <p:nvGrpSpPr>
        <p:cNvPr id="73" name="Shape 73"/>
        <p:cNvGrpSpPr/>
        <p:nvPr/>
      </p:nvGrpSpPr>
      <p:grpSpPr>
        <a:xfrm>
          <a:off x="0" y="0"/>
          <a:ext cx="0" cy="0"/>
          <a:chOff x="0" y="0"/>
          <a:chExt cx="0" cy="0"/>
        </a:xfrm>
      </p:grpSpPr>
      <p:sp>
        <p:nvSpPr>
          <p:cNvPr id="74" name="Google Shape;74;p42"/>
          <p:cNvSpPr/>
          <p:nvPr>
            <p:ph idx="2" type="pic"/>
          </p:nvPr>
        </p:nvSpPr>
        <p:spPr>
          <a:xfrm>
            <a:off x="6096000" y="-9144"/>
            <a:ext cx="6102096" cy="6876288"/>
          </a:xfrm>
          <a:prstGeom prst="rect">
            <a:avLst/>
          </a:prstGeom>
          <a:noFill/>
          <a:ln>
            <a:noFill/>
          </a:ln>
        </p:spPr>
      </p:sp>
      <p:sp>
        <p:nvSpPr>
          <p:cNvPr id="75" name="Google Shape;75;p42"/>
          <p:cNvSpPr txBox="1"/>
          <p:nvPr>
            <p:ph type="title"/>
          </p:nvPr>
        </p:nvSpPr>
        <p:spPr>
          <a:xfrm>
            <a:off x="804672" y="1196788"/>
            <a:ext cx="4937760" cy="2095052"/>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4250"/>
              <a:buFont typeface="Arial"/>
              <a:buNone/>
              <a:defRPr sz="42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2"/>
          <p:cNvSpPr txBox="1"/>
          <p:nvPr>
            <p:ph idx="1" type="body"/>
          </p:nvPr>
        </p:nvSpPr>
        <p:spPr>
          <a:xfrm>
            <a:off x="804672" y="3410712"/>
            <a:ext cx="4937760" cy="9144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1"/>
              </a:buClr>
              <a:buSzPts val="1600"/>
              <a:buFont typeface="Arial"/>
              <a:buNone/>
              <a:defRPr sz="1600">
                <a:solidFill>
                  <a:schemeClr val="lt1"/>
                </a:solidFill>
              </a:defRPr>
            </a:lvl1pPr>
            <a:lvl2pPr indent="-228600" lvl="1" marL="914400" algn="l">
              <a:lnSpc>
                <a:spcPct val="90000"/>
              </a:lnSpc>
              <a:spcBef>
                <a:spcPts val="500"/>
              </a:spcBef>
              <a:spcAft>
                <a:spcPts val="0"/>
              </a:spcAft>
              <a:buClr>
                <a:srgbClr val="929295"/>
              </a:buClr>
              <a:buSzPts val="2000"/>
              <a:buNone/>
              <a:defRPr sz="2000">
                <a:solidFill>
                  <a:srgbClr val="929295"/>
                </a:solidFill>
              </a:defRPr>
            </a:lvl2pPr>
            <a:lvl3pPr indent="-228600" lvl="2" marL="1371600" algn="l">
              <a:lnSpc>
                <a:spcPct val="90000"/>
              </a:lnSpc>
              <a:spcBef>
                <a:spcPts val="500"/>
              </a:spcBef>
              <a:spcAft>
                <a:spcPts val="0"/>
              </a:spcAft>
              <a:buClr>
                <a:srgbClr val="929295"/>
              </a:buClr>
              <a:buSzPts val="1800"/>
              <a:buNone/>
              <a:defRPr sz="1800">
                <a:solidFill>
                  <a:srgbClr val="929295"/>
                </a:solidFill>
              </a:defRPr>
            </a:lvl3pPr>
            <a:lvl4pPr indent="-228600" lvl="3" marL="1828800" algn="l">
              <a:lnSpc>
                <a:spcPct val="90000"/>
              </a:lnSpc>
              <a:spcBef>
                <a:spcPts val="500"/>
              </a:spcBef>
              <a:spcAft>
                <a:spcPts val="0"/>
              </a:spcAft>
              <a:buClr>
                <a:srgbClr val="929295"/>
              </a:buClr>
              <a:buSzPts val="1600"/>
              <a:buNone/>
              <a:defRPr sz="1600">
                <a:solidFill>
                  <a:srgbClr val="929295"/>
                </a:solidFill>
              </a:defRPr>
            </a:lvl4pPr>
            <a:lvl5pPr indent="-228600" lvl="4" marL="2286000" algn="l">
              <a:lnSpc>
                <a:spcPct val="90000"/>
              </a:lnSpc>
              <a:spcBef>
                <a:spcPts val="500"/>
              </a:spcBef>
              <a:spcAft>
                <a:spcPts val="0"/>
              </a:spcAft>
              <a:buClr>
                <a:srgbClr val="929295"/>
              </a:buClr>
              <a:buSzPts val="1600"/>
              <a:buNone/>
              <a:defRPr sz="1600">
                <a:solidFill>
                  <a:srgbClr val="929295"/>
                </a:solidFill>
              </a:defRPr>
            </a:lvl5pPr>
            <a:lvl6pPr indent="-228600" lvl="5" marL="2743200" algn="l">
              <a:lnSpc>
                <a:spcPct val="90000"/>
              </a:lnSpc>
              <a:spcBef>
                <a:spcPts val="500"/>
              </a:spcBef>
              <a:spcAft>
                <a:spcPts val="0"/>
              </a:spcAft>
              <a:buClr>
                <a:srgbClr val="929295"/>
              </a:buClr>
              <a:buSzPts val="1600"/>
              <a:buNone/>
              <a:defRPr sz="1600">
                <a:solidFill>
                  <a:srgbClr val="929295"/>
                </a:solidFill>
              </a:defRPr>
            </a:lvl6pPr>
            <a:lvl7pPr indent="-228600" lvl="6" marL="3200400" algn="l">
              <a:lnSpc>
                <a:spcPct val="90000"/>
              </a:lnSpc>
              <a:spcBef>
                <a:spcPts val="500"/>
              </a:spcBef>
              <a:spcAft>
                <a:spcPts val="0"/>
              </a:spcAft>
              <a:buClr>
                <a:srgbClr val="929295"/>
              </a:buClr>
              <a:buSzPts val="1600"/>
              <a:buNone/>
              <a:defRPr sz="1600">
                <a:solidFill>
                  <a:srgbClr val="929295"/>
                </a:solidFill>
              </a:defRPr>
            </a:lvl7pPr>
            <a:lvl8pPr indent="-228600" lvl="7" marL="3657600" algn="l">
              <a:lnSpc>
                <a:spcPct val="90000"/>
              </a:lnSpc>
              <a:spcBef>
                <a:spcPts val="500"/>
              </a:spcBef>
              <a:spcAft>
                <a:spcPts val="0"/>
              </a:spcAft>
              <a:buClr>
                <a:srgbClr val="929295"/>
              </a:buClr>
              <a:buSzPts val="1600"/>
              <a:buNone/>
              <a:defRPr sz="1600">
                <a:solidFill>
                  <a:srgbClr val="929295"/>
                </a:solidFill>
              </a:defRPr>
            </a:lvl8pPr>
            <a:lvl9pPr indent="-228600" lvl="8" marL="4114800" algn="l">
              <a:lnSpc>
                <a:spcPct val="90000"/>
              </a:lnSpc>
              <a:spcBef>
                <a:spcPts val="500"/>
              </a:spcBef>
              <a:spcAft>
                <a:spcPts val="0"/>
              </a:spcAft>
              <a:buClr>
                <a:srgbClr val="929295"/>
              </a:buClr>
              <a:buSzPts val="1600"/>
              <a:buNone/>
              <a:defRPr sz="1600">
                <a:solidFill>
                  <a:srgbClr val="929295"/>
                </a:solidFill>
              </a:defRPr>
            </a:lvl9pPr>
          </a:lstStyle>
          <a:p/>
        </p:txBody>
      </p:sp>
      <p:sp>
        <p:nvSpPr>
          <p:cNvPr id="77" name="Google Shape;77;p42"/>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b="0" i="0" sz="1000" u="none" cap="none" strike="noStrike">
                <a:solidFill>
                  <a:srgbClr val="B8B8BB"/>
                </a:solidFill>
                <a:latin typeface="Arial"/>
                <a:ea typeface="Arial"/>
                <a:cs typeface="Arial"/>
                <a:sym typeface="Arial"/>
              </a:defRPr>
            </a:lvl1pPr>
            <a:lvl2pPr indent="0" lvl="1" marL="0" algn="r">
              <a:spcBef>
                <a:spcPts val="0"/>
              </a:spcBef>
              <a:buNone/>
              <a:defRPr b="0" i="0" sz="1000" u="none" cap="none" strike="noStrike">
                <a:solidFill>
                  <a:srgbClr val="B8B8BB"/>
                </a:solidFill>
                <a:latin typeface="Arial"/>
                <a:ea typeface="Arial"/>
                <a:cs typeface="Arial"/>
                <a:sym typeface="Arial"/>
              </a:defRPr>
            </a:lvl2pPr>
            <a:lvl3pPr indent="0" lvl="2" marL="0" algn="r">
              <a:spcBef>
                <a:spcPts val="0"/>
              </a:spcBef>
              <a:buNone/>
              <a:defRPr b="0" i="0" sz="1000" u="none" cap="none" strike="noStrike">
                <a:solidFill>
                  <a:srgbClr val="B8B8BB"/>
                </a:solidFill>
                <a:latin typeface="Arial"/>
                <a:ea typeface="Arial"/>
                <a:cs typeface="Arial"/>
                <a:sym typeface="Arial"/>
              </a:defRPr>
            </a:lvl3pPr>
            <a:lvl4pPr indent="0" lvl="3" marL="0" algn="r">
              <a:spcBef>
                <a:spcPts val="0"/>
              </a:spcBef>
              <a:buNone/>
              <a:defRPr b="0" i="0" sz="1000" u="none" cap="none" strike="noStrike">
                <a:solidFill>
                  <a:srgbClr val="B8B8BB"/>
                </a:solidFill>
                <a:latin typeface="Arial"/>
                <a:ea typeface="Arial"/>
                <a:cs typeface="Arial"/>
                <a:sym typeface="Arial"/>
              </a:defRPr>
            </a:lvl4pPr>
            <a:lvl5pPr indent="0" lvl="4" marL="0" algn="r">
              <a:spcBef>
                <a:spcPts val="0"/>
              </a:spcBef>
              <a:buNone/>
              <a:defRPr b="0" i="0" sz="1000" u="none" cap="none" strike="noStrike">
                <a:solidFill>
                  <a:srgbClr val="B8B8BB"/>
                </a:solidFill>
                <a:latin typeface="Arial"/>
                <a:ea typeface="Arial"/>
                <a:cs typeface="Arial"/>
                <a:sym typeface="Arial"/>
              </a:defRPr>
            </a:lvl5pPr>
            <a:lvl6pPr indent="0" lvl="5" marL="0" algn="r">
              <a:spcBef>
                <a:spcPts val="0"/>
              </a:spcBef>
              <a:buNone/>
              <a:defRPr b="0" i="0" sz="1000" u="none" cap="none" strike="noStrike">
                <a:solidFill>
                  <a:srgbClr val="B8B8BB"/>
                </a:solidFill>
                <a:latin typeface="Arial"/>
                <a:ea typeface="Arial"/>
                <a:cs typeface="Arial"/>
                <a:sym typeface="Arial"/>
              </a:defRPr>
            </a:lvl6pPr>
            <a:lvl7pPr indent="0" lvl="6" marL="0" algn="r">
              <a:spcBef>
                <a:spcPts val="0"/>
              </a:spcBef>
              <a:buNone/>
              <a:defRPr b="0" i="0" sz="1000" u="none" cap="none" strike="noStrike">
                <a:solidFill>
                  <a:srgbClr val="B8B8BB"/>
                </a:solidFill>
                <a:latin typeface="Arial"/>
                <a:ea typeface="Arial"/>
                <a:cs typeface="Arial"/>
                <a:sym typeface="Arial"/>
              </a:defRPr>
            </a:lvl7pPr>
            <a:lvl8pPr indent="0" lvl="7" marL="0" algn="r">
              <a:spcBef>
                <a:spcPts val="0"/>
              </a:spcBef>
              <a:buNone/>
              <a:defRPr b="0" i="0" sz="1000" u="none" cap="none" strike="noStrike">
                <a:solidFill>
                  <a:srgbClr val="B8B8BB"/>
                </a:solidFill>
                <a:latin typeface="Arial"/>
                <a:ea typeface="Arial"/>
                <a:cs typeface="Arial"/>
                <a:sym typeface="Arial"/>
              </a:defRPr>
            </a:lvl8pPr>
            <a:lvl9pPr indent="0" lvl="8" marL="0" algn="r">
              <a:spcBef>
                <a:spcPts val="0"/>
              </a:spcBef>
              <a:buNone/>
              <a:defRPr b="0" i="0" sz="1000" u="none" cap="none" strike="noStrike">
                <a:solidFill>
                  <a:srgbClr val="B8B8B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43"/>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3"/>
          <p:cNvSpPr txBox="1"/>
          <p:nvPr>
            <p:ph idx="1" type="body"/>
          </p:nvPr>
        </p:nvSpPr>
        <p:spPr>
          <a:xfrm>
            <a:off x="792719" y="1304640"/>
            <a:ext cx="5184648" cy="52120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2000"/>
              <a:buFont typeface="Arial"/>
              <a:buNone/>
              <a:defRPr b="1" sz="2000"/>
            </a:lvl1pPr>
            <a:lvl2pPr indent="-228600" lvl="1" marL="914400" algn="l">
              <a:lnSpc>
                <a:spcPct val="90000"/>
              </a:lnSpc>
              <a:spcBef>
                <a:spcPts val="500"/>
              </a:spcBef>
              <a:spcAft>
                <a:spcPts val="0"/>
              </a:spcAft>
              <a:buClr>
                <a:schemeClr val="lt2"/>
              </a:buClr>
              <a:buSzPts val="2000"/>
              <a:buNone/>
              <a:defRPr b="1" sz="2000"/>
            </a:lvl2pPr>
            <a:lvl3pPr indent="-228600" lvl="2" marL="1371600" algn="l">
              <a:lnSpc>
                <a:spcPct val="90000"/>
              </a:lnSpc>
              <a:spcBef>
                <a:spcPts val="500"/>
              </a:spcBef>
              <a:spcAft>
                <a:spcPts val="0"/>
              </a:spcAft>
              <a:buClr>
                <a:schemeClr val="lt2"/>
              </a:buClr>
              <a:buSzPts val="1800"/>
              <a:buNone/>
              <a:defRPr b="1" sz="1800"/>
            </a:lvl3pPr>
            <a:lvl4pPr indent="-228600" lvl="3" marL="1828800" algn="l">
              <a:lnSpc>
                <a:spcPct val="90000"/>
              </a:lnSpc>
              <a:spcBef>
                <a:spcPts val="500"/>
              </a:spcBef>
              <a:spcAft>
                <a:spcPts val="0"/>
              </a:spcAft>
              <a:buClr>
                <a:schemeClr val="lt2"/>
              </a:buClr>
              <a:buSzPts val="1600"/>
              <a:buNone/>
              <a:defRPr b="1" sz="1600"/>
            </a:lvl4pPr>
            <a:lvl5pPr indent="-228600" lvl="4" marL="2286000" algn="l">
              <a:lnSpc>
                <a:spcPct val="90000"/>
              </a:lnSpc>
              <a:spcBef>
                <a:spcPts val="500"/>
              </a:spcBef>
              <a:spcAft>
                <a:spcPts val="0"/>
              </a:spcAft>
              <a:buClr>
                <a:schemeClr val="lt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1" name="Google Shape;81;p43"/>
          <p:cNvSpPr txBox="1"/>
          <p:nvPr>
            <p:ph idx="2" type="body"/>
          </p:nvPr>
        </p:nvSpPr>
        <p:spPr>
          <a:xfrm>
            <a:off x="792719" y="1911096"/>
            <a:ext cx="5184648" cy="426782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3"/>
          <p:cNvSpPr txBox="1"/>
          <p:nvPr>
            <p:ph idx="3" type="body"/>
          </p:nvPr>
        </p:nvSpPr>
        <p:spPr>
          <a:xfrm>
            <a:off x="6212544" y="1304640"/>
            <a:ext cx="5183188" cy="52120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2000"/>
              <a:buFont typeface="Arial"/>
              <a:buNone/>
              <a:defRPr b="1" sz="2000"/>
            </a:lvl1pPr>
            <a:lvl2pPr indent="-228600" lvl="1" marL="914400" algn="l">
              <a:lnSpc>
                <a:spcPct val="90000"/>
              </a:lnSpc>
              <a:spcBef>
                <a:spcPts val="500"/>
              </a:spcBef>
              <a:spcAft>
                <a:spcPts val="0"/>
              </a:spcAft>
              <a:buClr>
                <a:schemeClr val="lt2"/>
              </a:buClr>
              <a:buSzPts val="2000"/>
              <a:buNone/>
              <a:defRPr b="1" sz="2000"/>
            </a:lvl2pPr>
            <a:lvl3pPr indent="-228600" lvl="2" marL="1371600" algn="l">
              <a:lnSpc>
                <a:spcPct val="90000"/>
              </a:lnSpc>
              <a:spcBef>
                <a:spcPts val="500"/>
              </a:spcBef>
              <a:spcAft>
                <a:spcPts val="0"/>
              </a:spcAft>
              <a:buClr>
                <a:schemeClr val="lt2"/>
              </a:buClr>
              <a:buSzPts val="1800"/>
              <a:buNone/>
              <a:defRPr b="1" sz="1800"/>
            </a:lvl3pPr>
            <a:lvl4pPr indent="-228600" lvl="3" marL="1828800" algn="l">
              <a:lnSpc>
                <a:spcPct val="90000"/>
              </a:lnSpc>
              <a:spcBef>
                <a:spcPts val="500"/>
              </a:spcBef>
              <a:spcAft>
                <a:spcPts val="0"/>
              </a:spcAft>
              <a:buClr>
                <a:schemeClr val="lt2"/>
              </a:buClr>
              <a:buSzPts val="1600"/>
              <a:buNone/>
              <a:defRPr b="1" sz="1600"/>
            </a:lvl4pPr>
            <a:lvl5pPr indent="-228600" lvl="4" marL="2286000" algn="l">
              <a:lnSpc>
                <a:spcPct val="90000"/>
              </a:lnSpc>
              <a:spcBef>
                <a:spcPts val="500"/>
              </a:spcBef>
              <a:spcAft>
                <a:spcPts val="0"/>
              </a:spcAft>
              <a:buClr>
                <a:schemeClr val="lt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3" name="Google Shape;83;p43"/>
          <p:cNvSpPr txBox="1"/>
          <p:nvPr>
            <p:ph idx="4" type="body"/>
          </p:nvPr>
        </p:nvSpPr>
        <p:spPr>
          <a:xfrm>
            <a:off x="6212544" y="1911096"/>
            <a:ext cx="5183188" cy="426782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3"/>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and Citation">
  <p:cSld name="Comparison and Citation">
    <p:spTree>
      <p:nvGrpSpPr>
        <p:cNvPr id="85" name="Shape 85"/>
        <p:cNvGrpSpPr/>
        <p:nvPr/>
      </p:nvGrpSpPr>
      <p:grpSpPr>
        <a:xfrm>
          <a:off x="0" y="0"/>
          <a:ext cx="0" cy="0"/>
          <a:chOff x="0" y="0"/>
          <a:chExt cx="0" cy="0"/>
        </a:xfrm>
      </p:grpSpPr>
      <p:sp>
        <p:nvSpPr>
          <p:cNvPr id="86" name="Google Shape;86;p44"/>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4"/>
          <p:cNvSpPr txBox="1"/>
          <p:nvPr>
            <p:ph idx="1" type="body"/>
          </p:nvPr>
        </p:nvSpPr>
        <p:spPr>
          <a:xfrm>
            <a:off x="792719" y="1304640"/>
            <a:ext cx="5184648" cy="52120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2000"/>
              <a:buFont typeface="Arial"/>
              <a:buNone/>
              <a:defRPr b="1" sz="2000"/>
            </a:lvl1pPr>
            <a:lvl2pPr indent="-228600" lvl="1" marL="914400" algn="l">
              <a:lnSpc>
                <a:spcPct val="90000"/>
              </a:lnSpc>
              <a:spcBef>
                <a:spcPts val="500"/>
              </a:spcBef>
              <a:spcAft>
                <a:spcPts val="0"/>
              </a:spcAft>
              <a:buClr>
                <a:schemeClr val="lt2"/>
              </a:buClr>
              <a:buSzPts val="2000"/>
              <a:buNone/>
              <a:defRPr b="1" sz="2000"/>
            </a:lvl2pPr>
            <a:lvl3pPr indent="-228600" lvl="2" marL="1371600" algn="l">
              <a:lnSpc>
                <a:spcPct val="90000"/>
              </a:lnSpc>
              <a:spcBef>
                <a:spcPts val="500"/>
              </a:spcBef>
              <a:spcAft>
                <a:spcPts val="0"/>
              </a:spcAft>
              <a:buClr>
                <a:schemeClr val="lt2"/>
              </a:buClr>
              <a:buSzPts val="1800"/>
              <a:buNone/>
              <a:defRPr b="1" sz="1800"/>
            </a:lvl3pPr>
            <a:lvl4pPr indent="-228600" lvl="3" marL="1828800" algn="l">
              <a:lnSpc>
                <a:spcPct val="90000"/>
              </a:lnSpc>
              <a:spcBef>
                <a:spcPts val="500"/>
              </a:spcBef>
              <a:spcAft>
                <a:spcPts val="0"/>
              </a:spcAft>
              <a:buClr>
                <a:schemeClr val="lt2"/>
              </a:buClr>
              <a:buSzPts val="1600"/>
              <a:buNone/>
              <a:defRPr b="1" sz="1600"/>
            </a:lvl4pPr>
            <a:lvl5pPr indent="-228600" lvl="4" marL="2286000" algn="l">
              <a:lnSpc>
                <a:spcPct val="90000"/>
              </a:lnSpc>
              <a:spcBef>
                <a:spcPts val="500"/>
              </a:spcBef>
              <a:spcAft>
                <a:spcPts val="0"/>
              </a:spcAft>
              <a:buClr>
                <a:schemeClr val="lt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8" name="Google Shape;88;p44"/>
          <p:cNvSpPr txBox="1"/>
          <p:nvPr>
            <p:ph idx="2" type="body"/>
          </p:nvPr>
        </p:nvSpPr>
        <p:spPr>
          <a:xfrm>
            <a:off x="792719" y="1911096"/>
            <a:ext cx="5184648" cy="405993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44"/>
          <p:cNvSpPr txBox="1"/>
          <p:nvPr>
            <p:ph idx="3" type="body"/>
          </p:nvPr>
        </p:nvSpPr>
        <p:spPr>
          <a:xfrm>
            <a:off x="6212544" y="1304640"/>
            <a:ext cx="5183188" cy="52120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2000"/>
              <a:buFont typeface="Arial"/>
              <a:buNone/>
              <a:defRPr b="1" sz="2000"/>
            </a:lvl1pPr>
            <a:lvl2pPr indent="-228600" lvl="1" marL="914400" algn="l">
              <a:lnSpc>
                <a:spcPct val="90000"/>
              </a:lnSpc>
              <a:spcBef>
                <a:spcPts val="500"/>
              </a:spcBef>
              <a:spcAft>
                <a:spcPts val="0"/>
              </a:spcAft>
              <a:buClr>
                <a:schemeClr val="lt2"/>
              </a:buClr>
              <a:buSzPts val="2000"/>
              <a:buNone/>
              <a:defRPr b="1" sz="2000"/>
            </a:lvl2pPr>
            <a:lvl3pPr indent="-228600" lvl="2" marL="1371600" algn="l">
              <a:lnSpc>
                <a:spcPct val="90000"/>
              </a:lnSpc>
              <a:spcBef>
                <a:spcPts val="500"/>
              </a:spcBef>
              <a:spcAft>
                <a:spcPts val="0"/>
              </a:spcAft>
              <a:buClr>
                <a:schemeClr val="lt2"/>
              </a:buClr>
              <a:buSzPts val="1800"/>
              <a:buNone/>
              <a:defRPr b="1" sz="1800"/>
            </a:lvl3pPr>
            <a:lvl4pPr indent="-228600" lvl="3" marL="1828800" algn="l">
              <a:lnSpc>
                <a:spcPct val="90000"/>
              </a:lnSpc>
              <a:spcBef>
                <a:spcPts val="500"/>
              </a:spcBef>
              <a:spcAft>
                <a:spcPts val="0"/>
              </a:spcAft>
              <a:buClr>
                <a:schemeClr val="lt2"/>
              </a:buClr>
              <a:buSzPts val="1600"/>
              <a:buNone/>
              <a:defRPr b="1" sz="1600"/>
            </a:lvl4pPr>
            <a:lvl5pPr indent="-228600" lvl="4" marL="2286000" algn="l">
              <a:lnSpc>
                <a:spcPct val="90000"/>
              </a:lnSpc>
              <a:spcBef>
                <a:spcPts val="500"/>
              </a:spcBef>
              <a:spcAft>
                <a:spcPts val="0"/>
              </a:spcAft>
              <a:buClr>
                <a:schemeClr val="lt2"/>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0" name="Google Shape;90;p44"/>
          <p:cNvSpPr txBox="1"/>
          <p:nvPr>
            <p:ph idx="4" type="body"/>
          </p:nvPr>
        </p:nvSpPr>
        <p:spPr>
          <a:xfrm>
            <a:off x="6212544" y="1911096"/>
            <a:ext cx="5183188" cy="405993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44"/>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44"/>
          <p:cNvSpPr txBox="1"/>
          <p:nvPr>
            <p:ph idx="5" type="body"/>
          </p:nvPr>
        </p:nvSpPr>
        <p:spPr>
          <a:xfrm>
            <a:off x="795338" y="6053328"/>
            <a:ext cx="10601325" cy="12801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and Citation">
  <p:cSld name="Content with Caption and Citation">
    <p:spTree>
      <p:nvGrpSpPr>
        <p:cNvPr id="93" name="Shape 93"/>
        <p:cNvGrpSpPr/>
        <p:nvPr/>
      </p:nvGrpSpPr>
      <p:grpSpPr>
        <a:xfrm>
          <a:off x="0" y="0"/>
          <a:ext cx="0" cy="0"/>
          <a:chOff x="0" y="0"/>
          <a:chExt cx="0" cy="0"/>
        </a:xfrm>
      </p:grpSpPr>
      <p:sp>
        <p:nvSpPr>
          <p:cNvPr id="94" name="Google Shape;94;p45"/>
          <p:cNvSpPr txBox="1"/>
          <p:nvPr>
            <p:ph type="title"/>
          </p:nvPr>
        </p:nvSpPr>
        <p:spPr>
          <a:xfrm>
            <a:off x="795527" y="365760"/>
            <a:ext cx="5184648" cy="813816"/>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45"/>
          <p:cNvSpPr txBox="1"/>
          <p:nvPr>
            <p:ph idx="1" type="body"/>
          </p:nvPr>
        </p:nvSpPr>
        <p:spPr>
          <a:xfrm>
            <a:off x="6211890" y="365760"/>
            <a:ext cx="5184648" cy="559612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50"/>
              <a:buFont typeface="Arial"/>
              <a:buNone/>
              <a:defRPr sz="1850"/>
            </a:lvl1pPr>
            <a:lvl2pPr indent="-346075" lvl="1" marL="914400" algn="l">
              <a:lnSpc>
                <a:spcPct val="90000"/>
              </a:lnSpc>
              <a:spcBef>
                <a:spcPts val="500"/>
              </a:spcBef>
              <a:spcAft>
                <a:spcPts val="0"/>
              </a:spcAft>
              <a:buClr>
                <a:schemeClr val="lt2"/>
              </a:buClr>
              <a:buSzPts val="1850"/>
              <a:buChar char="•"/>
              <a:defRPr sz="1850"/>
            </a:lvl2pPr>
            <a:lvl3pPr indent="-330200" lvl="2" marL="1371600" algn="l">
              <a:lnSpc>
                <a:spcPct val="90000"/>
              </a:lnSpc>
              <a:spcBef>
                <a:spcPts val="500"/>
              </a:spcBef>
              <a:spcAft>
                <a:spcPts val="0"/>
              </a:spcAft>
              <a:buClr>
                <a:schemeClr val="lt2"/>
              </a:buClr>
              <a:buSzPts val="1600"/>
              <a:buChar char="‒"/>
              <a:defRPr sz="1600"/>
            </a:lvl3pPr>
            <a:lvl4pPr indent="-320675" lvl="3" marL="1828800" algn="l">
              <a:lnSpc>
                <a:spcPct val="90000"/>
              </a:lnSpc>
              <a:spcBef>
                <a:spcPts val="500"/>
              </a:spcBef>
              <a:spcAft>
                <a:spcPts val="0"/>
              </a:spcAft>
              <a:buClr>
                <a:schemeClr val="lt2"/>
              </a:buClr>
              <a:buSzPts val="1450"/>
              <a:buChar char="•"/>
              <a:defRPr sz="1450"/>
            </a:lvl4pPr>
            <a:lvl5pPr indent="-320675" lvl="4" marL="2286000" algn="l">
              <a:lnSpc>
                <a:spcPct val="90000"/>
              </a:lnSpc>
              <a:spcBef>
                <a:spcPts val="500"/>
              </a:spcBef>
              <a:spcAft>
                <a:spcPts val="0"/>
              </a:spcAft>
              <a:buClr>
                <a:schemeClr val="lt2"/>
              </a:buClr>
              <a:buSzPts val="1450"/>
              <a:buChar char="‒"/>
              <a:defRPr sz="145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6" name="Google Shape;96;p45"/>
          <p:cNvSpPr txBox="1"/>
          <p:nvPr>
            <p:ph idx="2" type="body"/>
          </p:nvPr>
        </p:nvSpPr>
        <p:spPr>
          <a:xfrm>
            <a:off x="795527" y="1304356"/>
            <a:ext cx="5184648" cy="466344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50"/>
              <a:buFont typeface="Arial"/>
              <a:buNone/>
              <a:defRPr sz="1850"/>
            </a:lvl1pPr>
            <a:lvl2pPr indent="-228600" lvl="1" marL="914400" algn="l">
              <a:lnSpc>
                <a:spcPct val="90000"/>
              </a:lnSpc>
              <a:spcBef>
                <a:spcPts val="500"/>
              </a:spcBef>
              <a:spcAft>
                <a:spcPts val="0"/>
              </a:spcAft>
              <a:buClr>
                <a:schemeClr val="lt2"/>
              </a:buClr>
              <a:buSzPts val="1400"/>
              <a:buNone/>
              <a:defRPr sz="1400"/>
            </a:lvl2pPr>
            <a:lvl3pPr indent="-228600" lvl="2" marL="1371600" algn="l">
              <a:lnSpc>
                <a:spcPct val="90000"/>
              </a:lnSpc>
              <a:spcBef>
                <a:spcPts val="500"/>
              </a:spcBef>
              <a:spcAft>
                <a:spcPts val="0"/>
              </a:spcAft>
              <a:buClr>
                <a:schemeClr val="lt2"/>
              </a:buClr>
              <a:buSzPts val="1200"/>
              <a:buNone/>
              <a:defRPr sz="1200"/>
            </a:lvl3pPr>
            <a:lvl4pPr indent="-228600" lvl="3" marL="1828800" algn="l">
              <a:lnSpc>
                <a:spcPct val="90000"/>
              </a:lnSpc>
              <a:spcBef>
                <a:spcPts val="500"/>
              </a:spcBef>
              <a:spcAft>
                <a:spcPts val="0"/>
              </a:spcAft>
              <a:buClr>
                <a:schemeClr val="lt2"/>
              </a:buClr>
              <a:buSzPts val="1000"/>
              <a:buNone/>
              <a:defRPr sz="1000"/>
            </a:lvl4pPr>
            <a:lvl5pPr indent="-228600" lvl="4" marL="2286000" algn="l">
              <a:lnSpc>
                <a:spcPct val="90000"/>
              </a:lnSpc>
              <a:spcBef>
                <a:spcPts val="500"/>
              </a:spcBef>
              <a:spcAft>
                <a:spcPts val="0"/>
              </a:spcAft>
              <a:buClr>
                <a:schemeClr val="lt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7" name="Google Shape;97;p45"/>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8" name="Google Shape;98;p45"/>
          <p:cNvSpPr txBox="1"/>
          <p:nvPr>
            <p:ph idx="3" type="body"/>
          </p:nvPr>
        </p:nvSpPr>
        <p:spPr>
          <a:xfrm>
            <a:off x="795338" y="6053328"/>
            <a:ext cx="10601325" cy="12801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9" name="Shape 99"/>
        <p:cNvGrpSpPr/>
        <p:nvPr/>
      </p:nvGrpSpPr>
      <p:grpSpPr>
        <a:xfrm>
          <a:off x="0" y="0"/>
          <a:ext cx="0" cy="0"/>
          <a:chOff x="0" y="0"/>
          <a:chExt cx="0" cy="0"/>
        </a:xfrm>
      </p:grpSpPr>
      <p:sp>
        <p:nvSpPr>
          <p:cNvPr id="100" name="Google Shape;100;p46"/>
          <p:cNvSpPr txBox="1"/>
          <p:nvPr>
            <p:ph type="title"/>
          </p:nvPr>
        </p:nvSpPr>
        <p:spPr>
          <a:xfrm>
            <a:off x="795527" y="365760"/>
            <a:ext cx="5184648" cy="813816"/>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46"/>
          <p:cNvSpPr/>
          <p:nvPr>
            <p:ph idx="2" type="pic"/>
          </p:nvPr>
        </p:nvSpPr>
        <p:spPr>
          <a:xfrm>
            <a:off x="6211895" y="365760"/>
            <a:ext cx="5184648" cy="5812790"/>
          </a:xfrm>
          <a:prstGeom prst="rect">
            <a:avLst/>
          </a:prstGeom>
          <a:noFill/>
          <a:ln>
            <a:noFill/>
          </a:ln>
        </p:spPr>
      </p:sp>
      <p:sp>
        <p:nvSpPr>
          <p:cNvPr id="102" name="Google Shape;102;p46"/>
          <p:cNvSpPr txBox="1"/>
          <p:nvPr>
            <p:ph idx="1" type="body"/>
          </p:nvPr>
        </p:nvSpPr>
        <p:spPr>
          <a:xfrm>
            <a:off x="795527" y="1304356"/>
            <a:ext cx="5184648" cy="4874194"/>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50"/>
              <a:buFont typeface="Arial"/>
              <a:buNone/>
              <a:defRPr sz="1850"/>
            </a:lvl1pPr>
            <a:lvl2pPr indent="-228600" lvl="1" marL="914400" algn="l">
              <a:lnSpc>
                <a:spcPct val="90000"/>
              </a:lnSpc>
              <a:spcBef>
                <a:spcPts val="500"/>
              </a:spcBef>
              <a:spcAft>
                <a:spcPts val="0"/>
              </a:spcAft>
              <a:buClr>
                <a:schemeClr val="lt2"/>
              </a:buClr>
              <a:buSzPts val="1400"/>
              <a:buNone/>
              <a:defRPr sz="1400"/>
            </a:lvl2pPr>
            <a:lvl3pPr indent="-228600" lvl="2" marL="1371600" algn="l">
              <a:lnSpc>
                <a:spcPct val="90000"/>
              </a:lnSpc>
              <a:spcBef>
                <a:spcPts val="500"/>
              </a:spcBef>
              <a:spcAft>
                <a:spcPts val="0"/>
              </a:spcAft>
              <a:buClr>
                <a:schemeClr val="lt2"/>
              </a:buClr>
              <a:buSzPts val="1200"/>
              <a:buNone/>
              <a:defRPr sz="1200"/>
            </a:lvl3pPr>
            <a:lvl4pPr indent="-228600" lvl="3" marL="1828800" algn="l">
              <a:lnSpc>
                <a:spcPct val="90000"/>
              </a:lnSpc>
              <a:spcBef>
                <a:spcPts val="500"/>
              </a:spcBef>
              <a:spcAft>
                <a:spcPts val="0"/>
              </a:spcAft>
              <a:buClr>
                <a:schemeClr val="lt2"/>
              </a:buClr>
              <a:buSzPts val="1000"/>
              <a:buNone/>
              <a:defRPr sz="1000"/>
            </a:lvl4pPr>
            <a:lvl5pPr indent="-228600" lvl="4" marL="2286000" algn="l">
              <a:lnSpc>
                <a:spcPct val="90000"/>
              </a:lnSpc>
              <a:spcBef>
                <a:spcPts val="500"/>
              </a:spcBef>
              <a:spcAft>
                <a:spcPts val="0"/>
              </a:spcAft>
              <a:buClr>
                <a:schemeClr val="lt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3" name="Google Shape;103;p46"/>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and Citation">
  <p:cSld name="Picture with Caption and Citation">
    <p:spTree>
      <p:nvGrpSpPr>
        <p:cNvPr id="104" name="Shape 104"/>
        <p:cNvGrpSpPr/>
        <p:nvPr/>
      </p:nvGrpSpPr>
      <p:grpSpPr>
        <a:xfrm>
          <a:off x="0" y="0"/>
          <a:ext cx="0" cy="0"/>
          <a:chOff x="0" y="0"/>
          <a:chExt cx="0" cy="0"/>
        </a:xfrm>
      </p:grpSpPr>
      <p:sp>
        <p:nvSpPr>
          <p:cNvPr id="105" name="Google Shape;105;p47"/>
          <p:cNvSpPr txBox="1"/>
          <p:nvPr>
            <p:ph type="title"/>
          </p:nvPr>
        </p:nvSpPr>
        <p:spPr>
          <a:xfrm>
            <a:off x="795527" y="365760"/>
            <a:ext cx="5184648" cy="813816"/>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47"/>
          <p:cNvSpPr/>
          <p:nvPr>
            <p:ph idx="2" type="pic"/>
          </p:nvPr>
        </p:nvSpPr>
        <p:spPr>
          <a:xfrm>
            <a:off x="6211895" y="365760"/>
            <a:ext cx="5184648" cy="5812790"/>
          </a:xfrm>
          <a:prstGeom prst="rect">
            <a:avLst/>
          </a:prstGeom>
          <a:noFill/>
          <a:ln>
            <a:noFill/>
          </a:ln>
        </p:spPr>
      </p:sp>
      <p:sp>
        <p:nvSpPr>
          <p:cNvPr id="107" name="Google Shape;107;p47"/>
          <p:cNvSpPr txBox="1"/>
          <p:nvPr>
            <p:ph idx="1" type="body"/>
          </p:nvPr>
        </p:nvSpPr>
        <p:spPr>
          <a:xfrm>
            <a:off x="795527" y="1304356"/>
            <a:ext cx="5184648" cy="466344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50"/>
              <a:buFont typeface="Arial"/>
              <a:buNone/>
              <a:defRPr sz="1850"/>
            </a:lvl1pPr>
            <a:lvl2pPr indent="-228600" lvl="1" marL="914400" algn="l">
              <a:lnSpc>
                <a:spcPct val="90000"/>
              </a:lnSpc>
              <a:spcBef>
                <a:spcPts val="500"/>
              </a:spcBef>
              <a:spcAft>
                <a:spcPts val="0"/>
              </a:spcAft>
              <a:buClr>
                <a:schemeClr val="lt2"/>
              </a:buClr>
              <a:buSzPts val="1400"/>
              <a:buNone/>
              <a:defRPr sz="1400"/>
            </a:lvl2pPr>
            <a:lvl3pPr indent="-228600" lvl="2" marL="1371600" algn="l">
              <a:lnSpc>
                <a:spcPct val="90000"/>
              </a:lnSpc>
              <a:spcBef>
                <a:spcPts val="500"/>
              </a:spcBef>
              <a:spcAft>
                <a:spcPts val="0"/>
              </a:spcAft>
              <a:buClr>
                <a:schemeClr val="lt2"/>
              </a:buClr>
              <a:buSzPts val="1200"/>
              <a:buNone/>
              <a:defRPr sz="1200"/>
            </a:lvl3pPr>
            <a:lvl4pPr indent="-228600" lvl="3" marL="1828800" algn="l">
              <a:lnSpc>
                <a:spcPct val="90000"/>
              </a:lnSpc>
              <a:spcBef>
                <a:spcPts val="500"/>
              </a:spcBef>
              <a:spcAft>
                <a:spcPts val="0"/>
              </a:spcAft>
              <a:buClr>
                <a:schemeClr val="lt2"/>
              </a:buClr>
              <a:buSzPts val="1000"/>
              <a:buNone/>
              <a:defRPr sz="1000"/>
            </a:lvl4pPr>
            <a:lvl5pPr indent="-228600" lvl="4" marL="2286000" algn="l">
              <a:lnSpc>
                <a:spcPct val="90000"/>
              </a:lnSpc>
              <a:spcBef>
                <a:spcPts val="500"/>
              </a:spcBef>
              <a:spcAft>
                <a:spcPts val="0"/>
              </a:spcAft>
              <a:buClr>
                <a:schemeClr val="lt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8" name="Google Shape;108;p47"/>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3 boxes">
  <p:cSld name="Content_3 boxes">
    <p:spTree>
      <p:nvGrpSpPr>
        <p:cNvPr id="109" name="Shape 109"/>
        <p:cNvGrpSpPr/>
        <p:nvPr/>
      </p:nvGrpSpPr>
      <p:grpSpPr>
        <a:xfrm>
          <a:off x="0" y="0"/>
          <a:ext cx="0" cy="0"/>
          <a:chOff x="0" y="0"/>
          <a:chExt cx="0" cy="0"/>
        </a:xfrm>
      </p:grpSpPr>
      <p:sp>
        <p:nvSpPr>
          <p:cNvPr id="110" name="Google Shape;110;p48"/>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48"/>
          <p:cNvSpPr txBox="1"/>
          <p:nvPr>
            <p:ph idx="1" type="body"/>
          </p:nvPr>
        </p:nvSpPr>
        <p:spPr>
          <a:xfrm>
            <a:off x="795528" y="1304925"/>
            <a:ext cx="3401568" cy="4663440"/>
          </a:xfrm>
          <a:prstGeom prst="rect">
            <a:avLst/>
          </a:prstGeom>
          <a:solidFill>
            <a:srgbClr val="F2F2F2"/>
          </a:solidFill>
          <a:ln>
            <a:noFill/>
          </a:ln>
        </p:spPr>
        <p:txBody>
          <a:bodyPr anchorCtr="0" anchor="t" bIns="182875" lIns="182875" spcFirstLastPara="1" rIns="182875" wrap="square" tIns="182875">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48"/>
          <p:cNvSpPr txBox="1"/>
          <p:nvPr>
            <p:ph idx="2" type="body"/>
          </p:nvPr>
        </p:nvSpPr>
        <p:spPr>
          <a:xfrm>
            <a:off x="4394574" y="1304925"/>
            <a:ext cx="3401568" cy="4663440"/>
          </a:xfrm>
          <a:prstGeom prst="rect">
            <a:avLst/>
          </a:prstGeom>
          <a:solidFill>
            <a:srgbClr val="F2F2F2"/>
          </a:solidFill>
          <a:ln>
            <a:noFill/>
          </a:ln>
        </p:spPr>
        <p:txBody>
          <a:bodyPr anchorCtr="0" anchor="t" bIns="182875" lIns="182875" spcFirstLastPara="1" rIns="182875" wrap="square" tIns="182875">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48"/>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48"/>
          <p:cNvSpPr txBox="1"/>
          <p:nvPr>
            <p:ph idx="3" type="body"/>
          </p:nvPr>
        </p:nvSpPr>
        <p:spPr>
          <a:xfrm>
            <a:off x="7993620" y="1304925"/>
            <a:ext cx="3401568" cy="4663440"/>
          </a:xfrm>
          <a:prstGeom prst="rect">
            <a:avLst/>
          </a:prstGeom>
          <a:solidFill>
            <a:srgbClr val="F2F2F2"/>
          </a:solidFill>
          <a:ln>
            <a:noFill/>
          </a:ln>
        </p:spPr>
        <p:txBody>
          <a:bodyPr anchorCtr="0" anchor="t" bIns="182875" lIns="182875" spcFirstLastPara="1" rIns="182875" wrap="square" tIns="182875">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48"/>
          <p:cNvSpPr txBox="1"/>
          <p:nvPr>
            <p:ph idx="4" type="body"/>
          </p:nvPr>
        </p:nvSpPr>
        <p:spPr>
          <a:xfrm>
            <a:off x="795338" y="6051550"/>
            <a:ext cx="10598150" cy="130175"/>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_4 boxes">
  <p:cSld name="Content_4 boxes">
    <p:spTree>
      <p:nvGrpSpPr>
        <p:cNvPr id="116" name="Shape 116"/>
        <p:cNvGrpSpPr/>
        <p:nvPr/>
      </p:nvGrpSpPr>
      <p:grpSpPr>
        <a:xfrm>
          <a:off x="0" y="0"/>
          <a:ext cx="0" cy="0"/>
          <a:chOff x="0" y="0"/>
          <a:chExt cx="0" cy="0"/>
        </a:xfrm>
      </p:grpSpPr>
      <p:sp>
        <p:nvSpPr>
          <p:cNvPr id="117" name="Google Shape;117;p49"/>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49"/>
          <p:cNvSpPr txBox="1"/>
          <p:nvPr>
            <p:ph idx="1" type="body"/>
          </p:nvPr>
        </p:nvSpPr>
        <p:spPr>
          <a:xfrm>
            <a:off x="795528" y="1304925"/>
            <a:ext cx="5184648" cy="2258568"/>
          </a:xfrm>
          <a:prstGeom prst="rect">
            <a:avLst/>
          </a:prstGeom>
          <a:solidFill>
            <a:srgbClr val="F2F2F2"/>
          </a:solidFill>
          <a:ln>
            <a:noFill/>
          </a:ln>
        </p:spPr>
        <p:txBody>
          <a:bodyPr anchorCtr="0" anchor="t" bIns="182875" lIns="182875" spcFirstLastPara="1" rIns="182875" wrap="square" tIns="182875">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49"/>
          <p:cNvSpPr txBox="1"/>
          <p:nvPr>
            <p:ph idx="2" type="body"/>
          </p:nvPr>
        </p:nvSpPr>
        <p:spPr>
          <a:xfrm>
            <a:off x="6208776" y="1304925"/>
            <a:ext cx="5184648" cy="2258568"/>
          </a:xfrm>
          <a:prstGeom prst="rect">
            <a:avLst/>
          </a:prstGeom>
          <a:solidFill>
            <a:srgbClr val="F2F2F2"/>
          </a:solidFill>
          <a:ln>
            <a:noFill/>
          </a:ln>
        </p:spPr>
        <p:txBody>
          <a:bodyPr anchorCtr="0" anchor="t" bIns="182875" lIns="182875" spcFirstLastPara="1" rIns="182875" wrap="square" tIns="182875">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49"/>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49"/>
          <p:cNvSpPr txBox="1"/>
          <p:nvPr>
            <p:ph idx="3" type="body"/>
          </p:nvPr>
        </p:nvSpPr>
        <p:spPr>
          <a:xfrm>
            <a:off x="795528" y="3725390"/>
            <a:ext cx="5184648" cy="2258568"/>
          </a:xfrm>
          <a:prstGeom prst="rect">
            <a:avLst/>
          </a:prstGeom>
          <a:solidFill>
            <a:srgbClr val="F2F2F2"/>
          </a:solidFill>
          <a:ln>
            <a:noFill/>
          </a:ln>
        </p:spPr>
        <p:txBody>
          <a:bodyPr anchorCtr="0" anchor="t" bIns="182875" lIns="182875" spcFirstLastPara="1" rIns="182875" wrap="square" tIns="182875">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49"/>
          <p:cNvSpPr txBox="1"/>
          <p:nvPr>
            <p:ph idx="4" type="body"/>
          </p:nvPr>
        </p:nvSpPr>
        <p:spPr>
          <a:xfrm>
            <a:off x="6208712" y="3725480"/>
            <a:ext cx="5184648" cy="2258568"/>
          </a:xfrm>
          <a:prstGeom prst="rect">
            <a:avLst/>
          </a:prstGeom>
          <a:solidFill>
            <a:srgbClr val="F2F2F2"/>
          </a:solidFill>
          <a:ln>
            <a:noFill/>
          </a:ln>
        </p:spPr>
        <p:txBody>
          <a:bodyPr anchorCtr="0" anchor="t" bIns="182875" lIns="182875" spcFirstLastPara="1" rIns="182875" wrap="square" tIns="182875">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49"/>
          <p:cNvSpPr txBox="1"/>
          <p:nvPr>
            <p:ph idx="5" type="body"/>
          </p:nvPr>
        </p:nvSpPr>
        <p:spPr>
          <a:xfrm>
            <a:off x="795338" y="6053328"/>
            <a:ext cx="10601325" cy="12801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no Image" showMasterSp="0">
  <p:cSld name="Quote - no Image">
    <p:bg>
      <p:bgPr>
        <a:solidFill>
          <a:schemeClr val="dk2"/>
        </a:solidFill>
      </p:bgPr>
    </p:bg>
    <p:spTree>
      <p:nvGrpSpPr>
        <p:cNvPr id="124" name="Shape 124"/>
        <p:cNvGrpSpPr/>
        <p:nvPr/>
      </p:nvGrpSpPr>
      <p:grpSpPr>
        <a:xfrm>
          <a:off x="0" y="0"/>
          <a:ext cx="0" cy="0"/>
          <a:chOff x="0" y="0"/>
          <a:chExt cx="0" cy="0"/>
        </a:xfrm>
      </p:grpSpPr>
      <p:sp>
        <p:nvSpPr>
          <p:cNvPr id="125" name="Google Shape;125;p50"/>
          <p:cNvSpPr txBox="1"/>
          <p:nvPr>
            <p:ph type="title"/>
          </p:nvPr>
        </p:nvSpPr>
        <p:spPr>
          <a:xfrm>
            <a:off x="795527" y="1304925"/>
            <a:ext cx="8211312" cy="1895475"/>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2950"/>
              <a:buFont typeface="Arial"/>
              <a:buNone/>
              <a:defRPr sz="29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50"/>
          <p:cNvSpPr txBox="1"/>
          <p:nvPr>
            <p:ph idx="1" type="body"/>
          </p:nvPr>
        </p:nvSpPr>
        <p:spPr>
          <a:xfrm>
            <a:off x="795527" y="3429000"/>
            <a:ext cx="4608576" cy="954741"/>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1"/>
              </a:buClr>
              <a:buSzPts val="1400"/>
              <a:buFont typeface="Arial"/>
              <a:buNone/>
              <a:defRPr sz="1400">
                <a:solidFill>
                  <a:schemeClr val="lt1"/>
                </a:solidFill>
              </a:defRPr>
            </a:lvl1pPr>
            <a:lvl2pPr indent="-228600" lvl="1" marL="914400" algn="l">
              <a:lnSpc>
                <a:spcPct val="90000"/>
              </a:lnSpc>
              <a:spcBef>
                <a:spcPts val="500"/>
              </a:spcBef>
              <a:spcAft>
                <a:spcPts val="0"/>
              </a:spcAft>
              <a:buClr>
                <a:schemeClr val="lt2"/>
              </a:buClr>
              <a:buSzPts val="1400"/>
              <a:buNone/>
              <a:defRPr sz="1400"/>
            </a:lvl2pPr>
            <a:lvl3pPr indent="-228600" lvl="2" marL="1371600" algn="l">
              <a:lnSpc>
                <a:spcPct val="90000"/>
              </a:lnSpc>
              <a:spcBef>
                <a:spcPts val="500"/>
              </a:spcBef>
              <a:spcAft>
                <a:spcPts val="0"/>
              </a:spcAft>
              <a:buClr>
                <a:schemeClr val="lt2"/>
              </a:buClr>
              <a:buSzPts val="1200"/>
              <a:buNone/>
              <a:defRPr sz="1200"/>
            </a:lvl3pPr>
            <a:lvl4pPr indent="-228600" lvl="3" marL="1828800" algn="l">
              <a:lnSpc>
                <a:spcPct val="90000"/>
              </a:lnSpc>
              <a:spcBef>
                <a:spcPts val="500"/>
              </a:spcBef>
              <a:spcAft>
                <a:spcPts val="0"/>
              </a:spcAft>
              <a:buClr>
                <a:schemeClr val="lt2"/>
              </a:buClr>
              <a:buSzPts val="1000"/>
              <a:buNone/>
              <a:defRPr sz="1000"/>
            </a:lvl4pPr>
            <a:lvl5pPr indent="-228600" lvl="4" marL="2286000" algn="l">
              <a:lnSpc>
                <a:spcPct val="90000"/>
              </a:lnSpc>
              <a:spcBef>
                <a:spcPts val="500"/>
              </a:spcBef>
              <a:spcAft>
                <a:spcPts val="0"/>
              </a:spcAft>
              <a:buClr>
                <a:schemeClr val="lt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7" name="Google Shape;127;p50"/>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ith image" showMasterSp="0">
  <p:cSld name="Quote - with image">
    <p:spTree>
      <p:nvGrpSpPr>
        <p:cNvPr id="128" name="Shape 128"/>
        <p:cNvGrpSpPr/>
        <p:nvPr/>
      </p:nvGrpSpPr>
      <p:grpSpPr>
        <a:xfrm>
          <a:off x="0" y="0"/>
          <a:ext cx="0" cy="0"/>
          <a:chOff x="0" y="0"/>
          <a:chExt cx="0" cy="0"/>
        </a:xfrm>
      </p:grpSpPr>
      <p:sp>
        <p:nvSpPr>
          <p:cNvPr id="129" name="Google Shape;129;p51"/>
          <p:cNvSpPr txBox="1"/>
          <p:nvPr>
            <p:ph type="title"/>
          </p:nvPr>
        </p:nvSpPr>
        <p:spPr>
          <a:xfrm>
            <a:off x="795527" y="1304925"/>
            <a:ext cx="4608576" cy="1895475"/>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2950"/>
              <a:buFont typeface="Arial"/>
              <a:buNone/>
              <a:defRPr sz="29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51"/>
          <p:cNvSpPr/>
          <p:nvPr>
            <p:ph idx="2" type="pic"/>
          </p:nvPr>
        </p:nvSpPr>
        <p:spPr>
          <a:xfrm>
            <a:off x="6104315" y="-9144"/>
            <a:ext cx="6099048" cy="6876288"/>
          </a:xfrm>
          <a:prstGeom prst="rect">
            <a:avLst/>
          </a:prstGeom>
          <a:noFill/>
          <a:ln>
            <a:noFill/>
          </a:ln>
        </p:spPr>
      </p:sp>
      <p:sp>
        <p:nvSpPr>
          <p:cNvPr id="131" name="Google Shape;131;p51"/>
          <p:cNvSpPr txBox="1"/>
          <p:nvPr>
            <p:ph idx="1" type="body"/>
          </p:nvPr>
        </p:nvSpPr>
        <p:spPr>
          <a:xfrm>
            <a:off x="795527" y="3429000"/>
            <a:ext cx="4608576" cy="954741"/>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400"/>
              <a:buFont typeface="Arial"/>
              <a:buNone/>
              <a:defRPr sz="1400"/>
            </a:lvl1pPr>
            <a:lvl2pPr indent="-228600" lvl="1" marL="914400" algn="l">
              <a:lnSpc>
                <a:spcPct val="90000"/>
              </a:lnSpc>
              <a:spcBef>
                <a:spcPts val="500"/>
              </a:spcBef>
              <a:spcAft>
                <a:spcPts val="0"/>
              </a:spcAft>
              <a:buClr>
                <a:schemeClr val="lt2"/>
              </a:buClr>
              <a:buSzPts val="1400"/>
              <a:buNone/>
              <a:defRPr sz="1400"/>
            </a:lvl2pPr>
            <a:lvl3pPr indent="-228600" lvl="2" marL="1371600" algn="l">
              <a:lnSpc>
                <a:spcPct val="90000"/>
              </a:lnSpc>
              <a:spcBef>
                <a:spcPts val="500"/>
              </a:spcBef>
              <a:spcAft>
                <a:spcPts val="0"/>
              </a:spcAft>
              <a:buClr>
                <a:schemeClr val="lt2"/>
              </a:buClr>
              <a:buSzPts val="1200"/>
              <a:buNone/>
              <a:defRPr sz="1200"/>
            </a:lvl3pPr>
            <a:lvl4pPr indent="-228600" lvl="3" marL="1828800" algn="l">
              <a:lnSpc>
                <a:spcPct val="90000"/>
              </a:lnSpc>
              <a:spcBef>
                <a:spcPts val="500"/>
              </a:spcBef>
              <a:spcAft>
                <a:spcPts val="0"/>
              </a:spcAft>
              <a:buClr>
                <a:schemeClr val="lt2"/>
              </a:buClr>
              <a:buSzPts val="1000"/>
              <a:buNone/>
              <a:defRPr sz="1000"/>
            </a:lvl4pPr>
            <a:lvl5pPr indent="-228600" lvl="4" marL="2286000" algn="l">
              <a:lnSpc>
                <a:spcPct val="90000"/>
              </a:lnSpc>
              <a:spcBef>
                <a:spcPts val="500"/>
              </a:spcBef>
              <a:spcAft>
                <a:spcPts val="0"/>
              </a:spcAft>
              <a:buClr>
                <a:schemeClr val="lt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2" name="Google Shape;132;p51"/>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ith headling_full bleed" showMasterSp="0">
  <p:cSld name="Image with headling_full bleed">
    <p:bg>
      <p:bgPr>
        <a:solidFill>
          <a:schemeClr val="dk2"/>
        </a:solidFill>
      </p:bgPr>
    </p:bg>
    <p:spTree>
      <p:nvGrpSpPr>
        <p:cNvPr id="133" name="Shape 133"/>
        <p:cNvGrpSpPr/>
        <p:nvPr/>
      </p:nvGrpSpPr>
      <p:grpSpPr>
        <a:xfrm>
          <a:off x="0" y="0"/>
          <a:ext cx="0" cy="0"/>
          <a:chOff x="0" y="0"/>
          <a:chExt cx="0" cy="0"/>
        </a:xfrm>
      </p:grpSpPr>
      <p:sp>
        <p:nvSpPr>
          <p:cNvPr id="134" name="Google Shape;134;p52"/>
          <p:cNvSpPr txBox="1"/>
          <p:nvPr>
            <p:ph idx="1" type="body"/>
          </p:nvPr>
        </p:nvSpPr>
        <p:spPr>
          <a:xfrm>
            <a:off x="0" y="-29375"/>
            <a:ext cx="12207240" cy="6876288"/>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1"/>
              </a:buClr>
              <a:buSzPts val="1850"/>
              <a:buFont typeface="Arial"/>
              <a:buNone/>
              <a:defRPr>
                <a:solidFill>
                  <a:schemeClr val="lt1"/>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52"/>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27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Video or image" showMasterSp="0">
  <p:cSld name="Small Video or image">
    <p:bg>
      <p:bgPr>
        <a:solidFill>
          <a:schemeClr val="dk2"/>
        </a:solidFill>
      </p:bgPr>
    </p:bg>
    <p:spTree>
      <p:nvGrpSpPr>
        <p:cNvPr id="136" name="Shape 136"/>
        <p:cNvGrpSpPr/>
        <p:nvPr/>
      </p:nvGrpSpPr>
      <p:grpSpPr>
        <a:xfrm>
          <a:off x="0" y="0"/>
          <a:ext cx="0" cy="0"/>
          <a:chOff x="0" y="0"/>
          <a:chExt cx="0" cy="0"/>
        </a:xfrm>
      </p:grpSpPr>
      <p:sp>
        <p:nvSpPr>
          <p:cNvPr id="137" name="Google Shape;137;p53"/>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53"/>
          <p:cNvSpPr txBox="1"/>
          <p:nvPr>
            <p:ph idx="1" type="body"/>
          </p:nvPr>
        </p:nvSpPr>
        <p:spPr>
          <a:xfrm>
            <a:off x="1996129" y="1124712"/>
            <a:ext cx="8211312" cy="461772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1"/>
              </a:buClr>
              <a:buSzPts val="1850"/>
              <a:buFont typeface="Arial"/>
              <a:buNone/>
              <a:defRPr>
                <a:solidFill>
                  <a:schemeClr val="lt1"/>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54"/>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54"/>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itation">
  <p:cSld name="Title and Citation">
    <p:spTree>
      <p:nvGrpSpPr>
        <p:cNvPr id="142" name="Shape 142"/>
        <p:cNvGrpSpPr/>
        <p:nvPr/>
      </p:nvGrpSpPr>
      <p:grpSpPr>
        <a:xfrm>
          <a:off x="0" y="0"/>
          <a:ext cx="0" cy="0"/>
          <a:chOff x="0" y="0"/>
          <a:chExt cx="0" cy="0"/>
        </a:xfrm>
      </p:grpSpPr>
      <p:sp>
        <p:nvSpPr>
          <p:cNvPr id="143" name="Google Shape;143;p55"/>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55"/>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5" name="Google Shape;145;p55"/>
          <p:cNvSpPr txBox="1"/>
          <p:nvPr>
            <p:ph idx="1" type="body"/>
          </p:nvPr>
        </p:nvSpPr>
        <p:spPr>
          <a:xfrm>
            <a:off x="795338" y="6053328"/>
            <a:ext cx="10598150" cy="12801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6" name="Shape 146"/>
        <p:cNvGrpSpPr/>
        <p:nvPr/>
      </p:nvGrpSpPr>
      <p:grpSpPr>
        <a:xfrm>
          <a:off x="0" y="0"/>
          <a:ext cx="0" cy="0"/>
          <a:chOff x="0" y="0"/>
          <a:chExt cx="0" cy="0"/>
        </a:xfrm>
      </p:grpSpPr>
      <p:sp>
        <p:nvSpPr>
          <p:cNvPr id="147" name="Google Shape;147;p56"/>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and Citation">
  <p:cSld name="Blank and Citation">
    <p:spTree>
      <p:nvGrpSpPr>
        <p:cNvPr id="148" name="Shape 148"/>
        <p:cNvGrpSpPr/>
        <p:nvPr/>
      </p:nvGrpSpPr>
      <p:grpSpPr>
        <a:xfrm>
          <a:off x="0" y="0"/>
          <a:ext cx="0" cy="0"/>
          <a:chOff x="0" y="0"/>
          <a:chExt cx="0" cy="0"/>
        </a:xfrm>
      </p:grpSpPr>
      <p:sp>
        <p:nvSpPr>
          <p:cNvPr id="149" name="Google Shape;149;p57"/>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0" name="Google Shape;150;p57"/>
          <p:cNvSpPr txBox="1"/>
          <p:nvPr>
            <p:ph idx="1" type="body"/>
          </p:nvPr>
        </p:nvSpPr>
        <p:spPr>
          <a:xfrm>
            <a:off x="795338" y="6053328"/>
            <a:ext cx="10601325" cy="128016"/>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lt2"/>
              </a:buClr>
              <a:buSzPts val="700"/>
              <a:buFont typeface="Arial"/>
              <a:buNone/>
              <a:defRPr sz="700">
                <a:solidFill>
                  <a:schemeClr val="lt2"/>
                </a:solidFill>
              </a:defRPr>
            </a:lvl1pPr>
            <a:lvl2pPr indent="-342900" lvl="1" marL="914400" algn="l">
              <a:lnSpc>
                <a:spcPct val="90000"/>
              </a:lnSpc>
              <a:spcBef>
                <a:spcPts val="500"/>
              </a:spcBef>
              <a:spcAft>
                <a:spcPts val="0"/>
              </a:spcAft>
              <a:buClr>
                <a:schemeClr val="lt2"/>
              </a:buClr>
              <a:buSzPts val="1800"/>
              <a:buChar char="•"/>
              <a:defRPr/>
            </a:lvl2pPr>
            <a:lvl3pPr indent="-342900" lvl="2" marL="1371600" algn="l">
              <a:lnSpc>
                <a:spcPct val="90000"/>
              </a:lnSpc>
              <a:spcBef>
                <a:spcPts val="500"/>
              </a:spcBef>
              <a:spcAft>
                <a:spcPts val="0"/>
              </a:spcAft>
              <a:buClr>
                <a:schemeClr val="lt2"/>
              </a:buClr>
              <a:buSzPts val="1800"/>
              <a:buChar char="‒"/>
              <a:defRPr/>
            </a:lvl3pPr>
            <a:lvl4pPr indent="-342900" lvl="3" marL="1828800" algn="l">
              <a:lnSpc>
                <a:spcPct val="90000"/>
              </a:lnSpc>
              <a:spcBef>
                <a:spcPts val="500"/>
              </a:spcBef>
              <a:spcAft>
                <a:spcPts val="0"/>
              </a:spcAft>
              <a:buClr>
                <a:schemeClr val="lt2"/>
              </a:buClr>
              <a:buSzPts val="1800"/>
              <a:buChar char="•"/>
              <a:defRPr/>
            </a:lvl4pPr>
            <a:lvl5pPr indent="-342900" lvl="4" marL="2286000" algn="l">
              <a:lnSpc>
                <a:spcPct val="9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4" name="Shape 154"/>
        <p:cNvGrpSpPr/>
        <p:nvPr/>
      </p:nvGrpSpPr>
      <p:grpSpPr>
        <a:xfrm>
          <a:off x="0" y="0"/>
          <a:ext cx="0" cy="0"/>
          <a:chOff x="0" y="0"/>
          <a:chExt cx="0" cy="0"/>
        </a:xfrm>
      </p:grpSpPr>
      <p:sp>
        <p:nvSpPr>
          <p:cNvPr id="155" name="Google Shape;155;p35"/>
          <p:cNvSpPr txBox="1"/>
          <p:nvPr>
            <p:ph type="title"/>
          </p:nvPr>
        </p:nvSpPr>
        <p:spPr>
          <a:xfrm>
            <a:off x="603400" y="548633"/>
            <a:ext cx="10985200" cy="7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Fira Sans Extra Condensed"/>
              <a:buNone/>
              <a:defRPr b="1" sz="3200">
                <a:solidFill>
                  <a:schemeClr val="dk1"/>
                </a:solidFill>
              </a:defRPr>
            </a:lvl1pPr>
            <a:lvl2pPr lvl="1"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6" name="Shape 156"/>
        <p:cNvGrpSpPr/>
        <p:nvPr/>
      </p:nvGrpSpPr>
      <p:grpSpPr>
        <a:xfrm>
          <a:off x="0" y="0"/>
          <a:ext cx="0" cy="0"/>
          <a:chOff x="0" y="0"/>
          <a:chExt cx="0" cy="0"/>
        </a:xfrm>
      </p:grpSpPr>
      <p:sp>
        <p:nvSpPr>
          <p:cNvPr id="157" name="Google Shape;157;p58"/>
          <p:cNvSpPr txBox="1"/>
          <p:nvPr>
            <p:ph type="ctrTitle"/>
          </p:nvPr>
        </p:nvSpPr>
        <p:spPr>
          <a:xfrm>
            <a:off x="953467" y="2103989"/>
            <a:ext cx="5983200" cy="20772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SzPts val="5200"/>
              <a:buNone/>
              <a:defRPr sz="6667"/>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58" name="Google Shape;158;p58"/>
          <p:cNvSpPr txBox="1"/>
          <p:nvPr>
            <p:ph idx="1" type="subTitle"/>
          </p:nvPr>
        </p:nvSpPr>
        <p:spPr>
          <a:xfrm>
            <a:off x="953467" y="4181211"/>
            <a:ext cx="5983200" cy="57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2133"/>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9" name="Shape 159"/>
        <p:cNvGrpSpPr/>
        <p:nvPr/>
      </p:nvGrpSpPr>
      <p:grpSpPr>
        <a:xfrm>
          <a:off x="0" y="0"/>
          <a:ext cx="0" cy="0"/>
          <a:chOff x="0" y="0"/>
          <a:chExt cx="0" cy="0"/>
        </a:xfrm>
      </p:grpSpPr>
      <p:sp>
        <p:nvSpPr>
          <p:cNvPr id="160" name="Google Shape;160;p59"/>
          <p:cNvSpPr txBox="1"/>
          <p:nvPr>
            <p:ph type="title"/>
          </p:nvPr>
        </p:nvSpPr>
        <p:spPr>
          <a:xfrm>
            <a:off x="960000" y="2906167"/>
            <a:ext cx="10272000" cy="1122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161" name="Google Shape;161;p59"/>
          <p:cNvSpPr txBox="1"/>
          <p:nvPr>
            <p:ph idx="2" type="title"/>
          </p:nvPr>
        </p:nvSpPr>
        <p:spPr>
          <a:xfrm>
            <a:off x="3995400" y="1783767"/>
            <a:ext cx="4201200" cy="112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8000"/>
            </a:lvl1pPr>
            <a:lvl2pPr lvl="1" algn="ctr">
              <a:lnSpc>
                <a:spcPct val="100000"/>
              </a:lnSpc>
              <a:spcBef>
                <a:spcPts val="0"/>
              </a:spcBef>
              <a:spcAft>
                <a:spcPts val="0"/>
              </a:spcAft>
              <a:buSzPts val="6000"/>
              <a:buNone/>
              <a:defRPr sz="8000"/>
            </a:lvl2pPr>
            <a:lvl3pPr lvl="2" algn="ctr">
              <a:lnSpc>
                <a:spcPct val="100000"/>
              </a:lnSpc>
              <a:spcBef>
                <a:spcPts val="0"/>
              </a:spcBef>
              <a:spcAft>
                <a:spcPts val="0"/>
              </a:spcAft>
              <a:buSzPts val="6000"/>
              <a:buNone/>
              <a:defRPr sz="8000"/>
            </a:lvl3pPr>
            <a:lvl4pPr lvl="3" algn="ctr">
              <a:lnSpc>
                <a:spcPct val="100000"/>
              </a:lnSpc>
              <a:spcBef>
                <a:spcPts val="0"/>
              </a:spcBef>
              <a:spcAft>
                <a:spcPts val="0"/>
              </a:spcAft>
              <a:buSzPts val="6000"/>
              <a:buNone/>
              <a:defRPr sz="8000"/>
            </a:lvl4pPr>
            <a:lvl5pPr lvl="4" algn="ctr">
              <a:lnSpc>
                <a:spcPct val="100000"/>
              </a:lnSpc>
              <a:spcBef>
                <a:spcPts val="0"/>
              </a:spcBef>
              <a:spcAft>
                <a:spcPts val="0"/>
              </a:spcAft>
              <a:buSzPts val="6000"/>
              <a:buNone/>
              <a:defRPr sz="8000"/>
            </a:lvl5pPr>
            <a:lvl6pPr lvl="5" algn="ctr">
              <a:lnSpc>
                <a:spcPct val="100000"/>
              </a:lnSpc>
              <a:spcBef>
                <a:spcPts val="0"/>
              </a:spcBef>
              <a:spcAft>
                <a:spcPts val="0"/>
              </a:spcAft>
              <a:buSzPts val="6000"/>
              <a:buNone/>
              <a:defRPr sz="8000"/>
            </a:lvl6pPr>
            <a:lvl7pPr lvl="6" algn="ctr">
              <a:lnSpc>
                <a:spcPct val="100000"/>
              </a:lnSpc>
              <a:spcBef>
                <a:spcPts val="0"/>
              </a:spcBef>
              <a:spcAft>
                <a:spcPts val="0"/>
              </a:spcAft>
              <a:buSzPts val="6000"/>
              <a:buNone/>
              <a:defRPr sz="8000"/>
            </a:lvl7pPr>
            <a:lvl8pPr lvl="7" algn="ctr">
              <a:lnSpc>
                <a:spcPct val="100000"/>
              </a:lnSpc>
              <a:spcBef>
                <a:spcPts val="0"/>
              </a:spcBef>
              <a:spcAft>
                <a:spcPts val="0"/>
              </a:spcAft>
              <a:buSzPts val="6000"/>
              <a:buNone/>
              <a:defRPr sz="8000"/>
            </a:lvl8pPr>
            <a:lvl9pPr lvl="8" algn="ctr">
              <a:lnSpc>
                <a:spcPct val="100000"/>
              </a:lnSpc>
              <a:spcBef>
                <a:spcPts val="0"/>
              </a:spcBef>
              <a:spcAft>
                <a:spcPts val="0"/>
              </a:spcAft>
              <a:buSzPts val="6000"/>
              <a:buNone/>
              <a:defRPr sz="8000"/>
            </a:lvl9pPr>
          </a:lstStyle>
          <a:p/>
        </p:txBody>
      </p:sp>
      <p:sp>
        <p:nvSpPr>
          <p:cNvPr id="162" name="Google Shape;162;p59"/>
          <p:cNvSpPr txBox="1"/>
          <p:nvPr>
            <p:ph idx="1" type="subTitle"/>
          </p:nvPr>
        </p:nvSpPr>
        <p:spPr>
          <a:xfrm>
            <a:off x="3189233" y="4176233"/>
            <a:ext cx="5813600" cy="95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3" name="Shape 163"/>
        <p:cNvGrpSpPr/>
        <p:nvPr/>
      </p:nvGrpSpPr>
      <p:grpSpPr>
        <a:xfrm>
          <a:off x="0" y="0"/>
          <a:ext cx="0" cy="0"/>
          <a:chOff x="0" y="0"/>
          <a:chExt cx="0" cy="0"/>
        </a:xfrm>
      </p:grpSpPr>
      <p:sp>
        <p:nvSpPr>
          <p:cNvPr id="164" name="Google Shape;164;p60"/>
          <p:cNvSpPr txBox="1"/>
          <p:nvPr>
            <p:ph idx="1" type="body"/>
          </p:nvPr>
        </p:nvSpPr>
        <p:spPr>
          <a:xfrm>
            <a:off x="960000" y="1536633"/>
            <a:ext cx="102720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867">
                <a:solidFill>
                  <a:srgbClr val="434343"/>
                </a:solidFill>
              </a:defRPr>
            </a:lvl1pPr>
            <a:lvl2pPr indent="-304800" lvl="1" marL="914400" algn="l">
              <a:lnSpc>
                <a:spcPct val="115000"/>
              </a:lnSpc>
              <a:spcBef>
                <a:spcPts val="0"/>
              </a:spcBef>
              <a:spcAft>
                <a:spcPts val="0"/>
              </a:spcAft>
              <a:buClr>
                <a:srgbClr val="434343"/>
              </a:buClr>
              <a:buSzPts val="1200"/>
              <a:buChar char="○"/>
              <a:defRPr>
                <a:solidFill>
                  <a:srgbClr val="434343"/>
                </a:solidFill>
              </a:defRPr>
            </a:lvl2pPr>
            <a:lvl3pPr indent="-304800" lvl="2" marL="1371600" algn="l">
              <a:lnSpc>
                <a:spcPct val="115000"/>
              </a:lnSpc>
              <a:spcBef>
                <a:spcPts val="0"/>
              </a:spcBef>
              <a:spcAft>
                <a:spcPts val="0"/>
              </a:spcAft>
              <a:buClr>
                <a:srgbClr val="434343"/>
              </a:buClr>
              <a:buSzPts val="1200"/>
              <a:buChar char="■"/>
              <a:defRPr>
                <a:solidFill>
                  <a:srgbClr val="434343"/>
                </a:solidFill>
              </a:defRPr>
            </a:lvl3pPr>
            <a:lvl4pPr indent="-304800" lvl="3" marL="1828800" algn="l">
              <a:lnSpc>
                <a:spcPct val="115000"/>
              </a:lnSpc>
              <a:spcBef>
                <a:spcPts val="0"/>
              </a:spcBef>
              <a:spcAft>
                <a:spcPts val="0"/>
              </a:spcAft>
              <a:buClr>
                <a:srgbClr val="434343"/>
              </a:buClr>
              <a:buSzPts val="1200"/>
              <a:buChar char="●"/>
              <a:defRPr>
                <a:solidFill>
                  <a:srgbClr val="434343"/>
                </a:solidFill>
              </a:defRPr>
            </a:lvl4pPr>
            <a:lvl5pPr indent="-304800" lvl="4" marL="2286000" algn="l">
              <a:lnSpc>
                <a:spcPct val="115000"/>
              </a:lnSpc>
              <a:spcBef>
                <a:spcPts val="0"/>
              </a:spcBef>
              <a:spcAft>
                <a:spcPts val="0"/>
              </a:spcAft>
              <a:buClr>
                <a:srgbClr val="434343"/>
              </a:buClr>
              <a:buSzPts val="1200"/>
              <a:buChar char="○"/>
              <a:defRPr>
                <a:solidFill>
                  <a:srgbClr val="434343"/>
                </a:solidFill>
              </a:defRPr>
            </a:lvl5pPr>
            <a:lvl6pPr indent="-304800" lvl="5" marL="2743200" algn="l">
              <a:lnSpc>
                <a:spcPct val="115000"/>
              </a:lnSpc>
              <a:spcBef>
                <a:spcPts val="0"/>
              </a:spcBef>
              <a:spcAft>
                <a:spcPts val="0"/>
              </a:spcAft>
              <a:buClr>
                <a:srgbClr val="434343"/>
              </a:buClr>
              <a:buSzPts val="1200"/>
              <a:buChar char="■"/>
              <a:defRPr>
                <a:solidFill>
                  <a:srgbClr val="434343"/>
                </a:solidFill>
              </a:defRPr>
            </a:lvl6pPr>
            <a:lvl7pPr indent="-304800" lvl="6" marL="3200400" algn="l">
              <a:lnSpc>
                <a:spcPct val="115000"/>
              </a:lnSpc>
              <a:spcBef>
                <a:spcPts val="0"/>
              </a:spcBef>
              <a:spcAft>
                <a:spcPts val="0"/>
              </a:spcAft>
              <a:buClr>
                <a:srgbClr val="434343"/>
              </a:buClr>
              <a:buSzPts val="1200"/>
              <a:buChar char="●"/>
              <a:defRPr>
                <a:solidFill>
                  <a:srgbClr val="434343"/>
                </a:solidFill>
              </a:defRPr>
            </a:lvl7pPr>
            <a:lvl8pPr indent="-304800" lvl="7" marL="3657600" algn="l">
              <a:lnSpc>
                <a:spcPct val="115000"/>
              </a:lnSpc>
              <a:spcBef>
                <a:spcPts val="0"/>
              </a:spcBef>
              <a:spcAft>
                <a:spcPts val="0"/>
              </a:spcAft>
              <a:buClr>
                <a:srgbClr val="434343"/>
              </a:buClr>
              <a:buSzPts val="1200"/>
              <a:buChar char="○"/>
              <a:defRPr>
                <a:solidFill>
                  <a:srgbClr val="434343"/>
                </a:solidFill>
              </a:defRPr>
            </a:lvl8pPr>
            <a:lvl9pPr indent="-304800" lvl="8" marL="4114800" algn="l">
              <a:lnSpc>
                <a:spcPct val="115000"/>
              </a:lnSpc>
              <a:spcBef>
                <a:spcPts val="0"/>
              </a:spcBef>
              <a:spcAft>
                <a:spcPts val="0"/>
              </a:spcAft>
              <a:buClr>
                <a:srgbClr val="434343"/>
              </a:buClr>
              <a:buSzPts val="1200"/>
              <a:buChar char="■"/>
              <a:defRPr>
                <a:solidFill>
                  <a:srgbClr val="434343"/>
                </a:solidFill>
              </a:defRPr>
            </a:lvl9pPr>
          </a:lstStyle>
          <a:p/>
        </p:txBody>
      </p:sp>
      <p:sp>
        <p:nvSpPr>
          <p:cNvPr id="165" name="Google Shape;165;p60"/>
          <p:cNvSpPr txBox="1"/>
          <p:nvPr>
            <p:ph type="title"/>
          </p:nvPr>
        </p:nvSpPr>
        <p:spPr>
          <a:xfrm>
            <a:off x="603400" y="548633"/>
            <a:ext cx="10985200" cy="7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Fira Sans Extra Condensed"/>
              <a:buNone/>
              <a:defRPr b="1" sz="3200">
                <a:solidFill>
                  <a:schemeClr val="dk1"/>
                </a:solidFill>
              </a:defRPr>
            </a:lvl1pPr>
            <a:lvl2pPr lvl="1"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6" name="Shape 166"/>
        <p:cNvGrpSpPr/>
        <p:nvPr/>
      </p:nvGrpSpPr>
      <p:grpSpPr>
        <a:xfrm>
          <a:off x="0" y="0"/>
          <a:ext cx="0" cy="0"/>
          <a:chOff x="0" y="0"/>
          <a:chExt cx="0" cy="0"/>
        </a:xfrm>
      </p:grpSpPr>
      <p:sp>
        <p:nvSpPr>
          <p:cNvPr id="167" name="Google Shape;167;p61"/>
          <p:cNvSpPr txBox="1"/>
          <p:nvPr>
            <p:ph idx="1" type="subTitle"/>
          </p:nvPr>
        </p:nvSpPr>
        <p:spPr>
          <a:xfrm>
            <a:off x="1575233" y="3070833"/>
            <a:ext cx="3876800" cy="951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2pPr>
            <a:lvl3pPr lvl="2"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3pPr>
            <a:lvl4pPr lvl="3"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4pPr>
            <a:lvl5pPr lvl="4"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5pPr>
            <a:lvl6pPr lvl="5"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6pPr>
            <a:lvl7pPr lvl="6"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7pPr>
            <a:lvl8pPr lvl="7"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8pPr>
            <a:lvl9pPr lvl="8"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9pPr>
          </a:lstStyle>
          <a:p/>
        </p:txBody>
      </p:sp>
      <p:sp>
        <p:nvSpPr>
          <p:cNvPr id="168" name="Google Shape;168;p61"/>
          <p:cNvSpPr txBox="1"/>
          <p:nvPr>
            <p:ph idx="2" type="subTitle"/>
          </p:nvPr>
        </p:nvSpPr>
        <p:spPr>
          <a:xfrm>
            <a:off x="6448400" y="3070833"/>
            <a:ext cx="3876800" cy="951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2pPr>
            <a:lvl3pPr lvl="2"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3pPr>
            <a:lvl4pPr lvl="3"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4pPr>
            <a:lvl5pPr lvl="4"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5pPr>
            <a:lvl6pPr lvl="5"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6pPr>
            <a:lvl7pPr lvl="6"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7pPr>
            <a:lvl8pPr lvl="7"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8pPr>
            <a:lvl9pPr lvl="8" algn="ctr">
              <a:lnSpc>
                <a:spcPct val="100000"/>
              </a:lnSpc>
              <a:spcBef>
                <a:spcPts val="0"/>
              </a:spcBef>
              <a:spcAft>
                <a:spcPts val="0"/>
              </a:spcAft>
              <a:buClr>
                <a:schemeClr val="dk1"/>
              </a:buClr>
              <a:buSzPts val="2400"/>
              <a:buFont typeface="Montserrat"/>
              <a:buNone/>
              <a:defRPr b="1" sz="3200">
                <a:solidFill>
                  <a:schemeClr val="dk1"/>
                </a:solidFill>
                <a:latin typeface="Montserrat"/>
                <a:ea typeface="Montserrat"/>
                <a:cs typeface="Montserrat"/>
                <a:sym typeface="Montserrat"/>
              </a:defRPr>
            </a:lvl9pPr>
          </a:lstStyle>
          <a:p/>
        </p:txBody>
      </p:sp>
      <p:sp>
        <p:nvSpPr>
          <p:cNvPr id="169" name="Google Shape;169;p61"/>
          <p:cNvSpPr txBox="1"/>
          <p:nvPr>
            <p:ph idx="3" type="subTitle"/>
          </p:nvPr>
        </p:nvSpPr>
        <p:spPr>
          <a:xfrm>
            <a:off x="1575233" y="3889533"/>
            <a:ext cx="3876800" cy="95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0" name="Google Shape;170;p61"/>
          <p:cNvSpPr txBox="1"/>
          <p:nvPr>
            <p:ph idx="4" type="subTitle"/>
          </p:nvPr>
        </p:nvSpPr>
        <p:spPr>
          <a:xfrm>
            <a:off x="6448400" y="3889533"/>
            <a:ext cx="3876800" cy="95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71" name="Google Shape;171;p61"/>
          <p:cNvSpPr txBox="1"/>
          <p:nvPr>
            <p:ph type="title"/>
          </p:nvPr>
        </p:nvSpPr>
        <p:spPr>
          <a:xfrm>
            <a:off x="603400" y="548633"/>
            <a:ext cx="10985200" cy="7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Fira Sans Extra Condensed"/>
              <a:buNone/>
              <a:defRPr b="1" sz="3200">
                <a:solidFill>
                  <a:schemeClr val="dk1"/>
                </a:solidFill>
              </a:defRPr>
            </a:lvl1pPr>
            <a:lvl2pPr lvl="1"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72" name="Shape 172"/>
        <p:cNvGrpSpPr/>
        <p:nvPr/>
      </p:nvGrpSpPr>
      <p:grpSpPr>
        <a:xfrm>
          <a:off x="0" y="0"/>
          <a:ext cx="0" cy="0"/>
          <a:chOff x="0" y="0"/>
          <a:chExt cx="0" cy="0"/>
        </a:xfrm>
      </p:grpSpPr>
      <p:sp>
        <p:nvSpPr>
          <p:cNvPr id="173" name="Google Shape;173;p62"/>
          <p:cNvSpPr txBox="1"/>
          <p:nvPr>
            <p:ph idx="1" type="body"/>
          </p:nvPr>
        </p:nvSpPr>
        <p:spPr>
          <a:xfrm>
            <a:off x="960000" y="1536633"/>
            <a:ext cx="44296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434343"/>
              </a:buClr>
              <a:buSzPts val="1400"/>
              <a:buChar char="●"/>
              <a:defRPr sz="1867">
                <a:solidFill>
                  <a:srgbClr val="434343"/>
                </a:solidFill>
              </a:defRPr>
            </a:lvl1pPr>
            <a:lvl2pPr indent="-304800" lvl="1" marL="914400" algn="l">
              <a:lnSpc>
                <a:spcPct val="115000"/>
              </a:lnSpc>
              <a:spcBef>
                <a:spcPts val="0"/>
              </a:spcBef>
              <a:spcAft>
                <a:spcPts val="0"/>
              </a:spcAft>
              <a:buClr>
                <a:srgbClr val="434343"/>
              </a:buClr>
              <a:buSzPts val="1200"/>
              <a:buChar char="○"/>
              <a:defRPr>
                <a:solidFill>
                  <a:srgbClr val="434343"/>
                </a:solidFill>
              </a:defRPr>
            </a:lvl2pPr>
            <a:lvl3pPr indent="-304800" lvl="2" marL="1371600" algn="l">
              <a:lnSpc>
                <a:spcPct val="115000"/>
              </a:lnSpc>
              <a:spcBef>
                <a:spcPts val="0"/>
              </a:spcBef>
              <a:spcAft>
                <a:spcPts val="0"/>
              </a:spcAft>
              <a:buClr>
                <a:srgbClr val="434343"/>
              </a:buClr>
              <a:buSzPts val="1200"/>
              <a:buChar char="■"/>
              <a:defRPr>
                <a:solidFill>
                  <a:srgbClr val="434343"/>
                </a:solidFill>
              </a:defRPr>
            </a:lvl3pPr>
            <a:lvl4pPr indent="-304800" lvl="3" marL="1828800" algn="l">
              <a:lnSpc>
                <a:spcPct val="115000"/>
              </a:lnSpc>
              <a:spcBef>
                <a:spcPts val="0"/>
              </a:spcBef>
              <a:spcAft>
                <a:spcPts val="0"/>
              </a:spcAft>
              <a:buClr>
                <a:srgbClr val="434343"/>
              </a:buClr>
              <a:buSzPts val="1200"/>
              <a:buChar char="●"/>
              <a:defRPr>
                <a:solidFill>
                  <a:srgbClr val="434343"/>
                </a:solidFill>
              </a:defRPr>
            </a:lvl4pPr>
            <a:lvl5pPr indent="-304800" lvl="4" marL="2286000" algn="l">
              <a:lnSpc>
                <a:spcPct val="115000"/>
              </a:lnSpc>
              <a:spcBef>
                <a:spcPts val="0"/>
              </a:spcBef>
              <a:spcAft>
                <a:spcPts val="0"/>
              </a:spcAft>
              <a:buClr>
                <a:srgbClr val="434343"/>
              </a:buClr>
              <a:buSzPts val="1200"/>
              <a:buChar char="○"/>
              <a:defRPr>
                <a:solidFill>
                  <a:srgbClr val="434343"/>
                </a:solidFill>
              </a:defRPr>
            </a:lvl5pPr>
            <a:lvl6pPr indent="-304800" lvl="5" marL="2743200" algn="l">
              <a:lnSpc>
                <a:spcPct val="115000"/>
              </a:lnSpc>
              <a:spcBef>
                <a:spcPts val="0"/>
              </a:spcBef>
              <a:spcAft>
                <a:spcPts val="0"/>
              </a:spcAft>
              <a:buClr>
                <a:srgbClr val="434343"/>
              </a:buClr>
              <a:buSzPts val="1200"/>
              <a:buChar char="■"/>
              <a:defRPr>
                <a:solidFill>
                  <a:srgbClr val="434343"/>
                </a:solidFill>
              </a:defRPr>
            </a:lvl6pPr>
            <a:lvl7pPr indent="-304800" lvl="6" marL="3200400" algn="l">
              <a:lnSpc>
                <a:spcPct val="115000"/>
              </a:lnSpc>
              <a:spcBef>
                <a:spcPts val="0"/>
              </a:spcBef>
              <a:spcAft>
                <a:spcPts val="0"/>
              </a:spcAft>
              <a:buClr>
                <a:srgbClr val="434343"/>
              </a:buClr>
              <a:buSzPts val="1200"/>
              <a:buChar char="●"/>
              <a:defRPr>
                <a:solidFill>
                  <a:srgbClr val="434343"/>
                </a:solidFill>
              </a:defRPr>
            </a:lvl7pPr>
            <a:lvl8pPr indent="-304800" lvl="7" marL="3657600" algn="l">
              <a:lnSpc>
                <a:spcPct val="115000"/>
              </a:lnSpc>
              <a:spcBef>
                <a:spcPts val="0"/>
              </a:spcBef>
              <a:spcAft>
                <a:spcPts val="0"/>
              </a:spcAft>
              <a:buClr>
                <a:srgbClr val="434343"/>
              </a:buClr>
              <a:buSzPts val="1200"/>
              <a:buChar char="○"/>
              <a:defRPr>
                <a:solidFill>
                  <a:srgbClr val="434343"/>
                </a:solidFill>
              </a:defRPr>
            </a:lvl8pPr>
            <a:lvl9pPr indent="-304800" lvl="8" marL="4114800" algn="l">
              <a:lnSpc>
                <a:spcPct val="115000"/>
              </a:lnSpc>
              <a:spcBef>
                <a:spcPts val="0"/>
              </a:spcBef>
              <a:spcAft>
                <a:spcPts val="0"/>
              </a:spcAft>
              <a:buClr>
                <a:srgbClr val="434343"/>
              </a:buClr>
              <a:buSzPts val="1200"/>
              <a:buChar char="■"/>
              <a:defRPr>
                <a:solidFill>
                  <a:srgbClr val="434343"/>
                </a:solidFill>
              </a:defRPr>
            </a:lvl9pPr>
          </a:lstStyle>
          <a:p/>
        </p:txBody>
      </p:sp>
      <p:sp>
        <p:nvSpPr>
          <p:cNvPr id="174" name="Google Shape;174;p62"/>
          <p:cNvSpPr txBox="1"/>
          <p:nvPr>
            <p:ph type="title"/>
          </p:nvPr>
        </p:nvSpPr>
        <p:spPr>
          <a:xfrm>
            <a:off x="603400" y="548633"/>
            <a:ext cx="10985200" cy="7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Fira Sans Extra Condensed"/>
              <a:buNone/>
              <a:defRPr b="1" sz="3200">
                <a:solidFill>
                  <a:schemeClr val="dk1"/>
                </a:solidFill>
              </a:defRPr>
            </a:lvl1pPr>
            <a:lvl2pPr lvl="1"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chemeClr val="dk1"/>
              </a:buClr>
              <a:buSzPts val="2400"/>
              <a:buFont typeface="Fira Sans Extra Condensed"/>
              <a:buNone/>
              <a:defRPr b="1" sz="3200">
                <a:solidFill>
                  <a:schemeClr val="dk1"/>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75" name="Shape 175"/>
        <p:cNvGrpSpPr/>
        <p:nvPr/>
      </p:nvGrpSpPr>
      <p:grpSpPr>
        <a:xfrm>
          <a:off x="0" y="0"/>
          <a:ext cx="0" cy="0"/>
          <a:chOff x="0" y="0"/>
          <a:chExt cx="0" cy="0"/>
        </a:xfrm>
      </p:grpSpPr>
      <p:sp>
        <p:nvSpPr>
          <p:cNvPr id="176" name="Google Shape;176;p63"/>
          <p:cNvSpPr txBox="1"/>
          <p:nvPr>
            <p:ph type="title"/>
          </p:nvPr>
        </p:nvSpPr>
        <p:spPr>
          <a:xfrm>
            <a:off x="1850800" y="1742800"/>
            <a:ext cx="8490400" cy="337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8000"/>
            </a:lvl1pPr>
            <a:lvl2pPr lvl="1" algn="ctr">
              <a:lnSpc>
                <a:spcPct val="100000"/>
              </a:lnSpc>
              <a:spcBef>
                <a:spcPts val="0"/>
              </a:spcBef>
              <a:spcAft>
                <a:spcPts val="0"/>
              </a:spcAft>
              <a:buSzPts val="6000"/>
              <a:buNone/>
              <a:defRPr sz="8000"/>
            </a:lvl2pPr>
            <a:lvl3pPr lvl="2" algn="ctr">
              <a:lnSpc>
                <a:spcPct val="100000"/>
              </a:lnSpc>
              <a:spcBef>
                <a:spcPts val="0"/>
              </a:spcBef>
              <a:spcAft>
                <a:spcPts val="0"/>
              </a:spcAft>
              <a:buSzPts val="6000"/>
              <a:buNone/>
              <a:defRPr sz="8000"/>
            </a:lvl3pPr>
            <a:lvl4pPr lvl="3" algn="ctr">
              <a:lnSpc>
                <a:spcPct val="100000"/>
              </a:lnSpc>
              <a:spcBef>
                <a:spcPts val="0"/>
              </a:spcBef>
              <a:spcAft>
                <a:spcPts val="0"/>
              </a:spcAft>
              <a:buSzPts val="6000"/>
              <a:buNone/>
              <a:defRPr sz="8000"/>
            </a:lvl4pPr>
            <a:lvl5pPr lvl="4" algn="ctr">
              <a:lnSpc>
                <a:spcPct val="100000"/>
              </a:lnSpc>
              <a:spcBef>
                <a:spcPts val="0"/>
              </a:spcBef>
              <a:spcAft>
                <a:spcPts val="0"/>
              </a:spcAft>
              <a:buSzPts val="6000"/>
              <a:buNone/>
              <a:defRPr sz="8000"/>
            </a:lvl5pPr>
            <a:lvl6pPr lvl="5" algn="ctr">
              <a:lnSpc>
                <a:spcPct val="100000"/>
              </a:lnSpc>
              <a:spcBef>
                <a:spcPts val="0"/>
              </a:spcBef>
              <a:spcAft>
                <a:spcPts val="0"/>
              </a:spcAft>
              <a:buSzPts val="6000"/>
              <a:buNone/>
              <a:defRPr sz="8000"/>
            </a:lvl6pPr>
            <a:lvl7pPr lvl="6" algn="ctr">
              <a:lnSpc>
                <a:spcPct val="100000"/>
              </a:lnSpc>
              <a:spcBef>
                <a:spcPts val="0"/>
              </a:spcBef>
              <a:spcAft>
                <a:spcPts val="0"/>
              </a:spcAft>
              <a:buSzPts val="6000"/>
              <a:buNone/>
              <a:defRPr sz="8000"/>
            </a:lvl7pPr>
            <a:lvl8pPr lvl="7" algn="ctr">
              <a:lnSpc>
                <a:spcPct val="100000"/>
              </a:lnSpc>
              <a:spcBef>
                <a:spcPts val="0"/>
              </a:spcBef>
              <a:spcAft>
                <a:spcPts val="0"/>
              </a:spcAft>
              <a:buSzPts val="6000"/>
              <a:buNone/>
              <a:defRPr sz="8000"/>
            </a:lvl8pPr>
            <a:lvl9pPr lvl="8" algn="ctr">
              <a:lnSpc>
                <a:spcPct val="100000"/>
              </a:lnSpc>
              <a:spcBef>
                <a:spcPts val="0"/>
              </a:spcBef>
              <a:spcAft>
                <a:spcPts val="0"/>
              </a:spcAft>
              <a:buSzPts val="6000"/>
              <a:buNone/>
              <a:defRPr sz="8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77" name="Shape 177"/>
        <p:cNvGrpSpPr/>
        <p:nvPr/>
      </p:nvGrpSpPr>
      <p:grpSpPr>
        <a:xfrm>
          <a:off x="0" y="0"/>
          <a:ext cx="0" cy="0"/>
          <a:chOff x="0" y="0"/>
          <a:chExt cx="0" cy="0"/>
        </a:xfrm>
      </p:grpSpPr>
      <p:sp>
        <p:nvSpPr>
          <p:cNvPr id="178" name="Google Shape;178;p64"/>
          <p:cNvSpPr txBox="1"/>
          <p:nvPr>
            <p:ph type="title"/>
          </p:nvPr>
        </p:nvSpPr>
        <p:spPr>
          <a:xfrm>
            <a:off x="960000" y="489897"/>
            <a:ext cx="10272000" cy="112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60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179" name="Google Shape;179;p64"/>
          <p:cNvSpPr txBox="1"/>
          <p:nvPr>
            <p:ph idx="1" type="subTitle"/>
          </p:nvPr>
        </p:nvSpPr>
        <p:spPr>
          <a:xfrm>
            <a:off x="2988733" y="1798333"/>
            <a:ext cx="6214800" cy="2242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2133"/>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80" name="Shape 180"/>
        <p:cNvGrpSpPr/>
        <p:nvPr/>
      </p:nvGrpSpPr>
      <p:grpSpPr>
        <a:xfrm>
          <a:off x="0" y="0"/>
          <a:ext cx="0" cy="0"/>
          <a:chOff x="0" y="0"/>
          <a:chExt cx="0" cy="0"/>
        </a:xfrm>
      </p:grpSpPr>
      <p:sp>
        <p:nvSpPr>
          <p:cNvPr id="181" name="Google Shape;181;p65"/>
          <p:cNvSpPr txBox="1"/>
          <p:nvPr>
            <p:ph type="title"/>
          </p:nvPr>
        </p:nvSpPr>
        <p:spPr>
          <a:xfrm>
            <a:off x="960000" y="3047200"/>
            <a:ext cx="10272000" cy="763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a:lvl2pPr>
            <a:lvl3pPr lvl="2" algn="ctr">
              <a:lnSpc>
                <a:spcPct val="100000"/>
              </a:lnSpc>
              <a:spcBef>
                <a:spcPts val="0"/>
              </a:spcBef>
              <a:spcAft>
                <a:spcPts val="0"/>
              </a:spcAft>
              <a:buSzPts val="2400"/>
              <a:buNone/>
              <a:defRPr/>
            </a:lvl3pPr>
            <a:lvl4pPr lvl="3" algn="ctr">
              <a:lnSpc>
                <a:spcPct val="100000"/>
              </a:lnSpc>
              <a:spcBef>
                <a:spcPts val="0"/>
              </a:spcBef>
              <a:spcAft>
                <a:spcPts val="0"/>
              </a:spcAft>
              <a:buSzPts val="2400"/>
              <a:buNone/>
              <a:defRPr/>
            </a:lvl4pPr>
            <a:lvl5pPr lvl="4" algn="ctr">
              <a:lnSpc>
                <a:spcPct val="100000"/>
              </a:lnSpc>
              <a:spcBef>
                <a:spcPts val="0"/>
              </a:spcBef>
              <a:spcAft>
                <a:spcPts val="0"/>
              </a:spcAft>
              <a:buSzPts val="2400"/>
              <a:buNone/>
              <a:defRPr/>
            </a:lvl5pPr>
            <a:lvl6pPr lvl="5" algn="ctr">
              <a:lnSpc>
                <a:spcPct val="100000"/>
              </a:lnSpc>
              <a:spcBef>
                <a:spcPts val="0"/>
              </a:spcBef>
              <a:spcAft>
                <a:spcPts val="0"/>
              </a:spcAft>
              <a:buSzPts val="2400"/>
              <a:buNone/>
              <a:defRPr/>
            </a:lvl6pPr>
            <a:lvl7pPr lvl="6" algn="ctr">
              <a:lnSpc>
                <a:spcPct val="100000"/>
              </a:lnSpc>
              <a:spcBef>
                <a:spcPts val="0"/>
              </a:spcBef>
              <a:spcAft>
                <a:spcPts val="0"/>
              </a:spcAft>
              <a:buSzPts val="2400"/>
              <a:buNone/>
              <a:defRPr/>
            </a:lvl7pPr>
            <a:lvl8pPr lvl="7" algn="ctr">
              <a:lnSpc>
                <a:spcPct val="100000"/>
              </a:lnSpc>
              <a:spcBef>
                <a:spcPts val="0"/>
              </a:spcBef>
              <a:spcAft>
                <a:spcPts val="0"/>
              </a:spcAft>
              <a:buSzPts val="2400"/>
              <a:buNone/>
              <a:defRPr/>
            </a:lvl8pPr>
            <a:lvl9pPr lvl="8" algn="ctr">
              <a:lnSpc>
                <a:spcPct val="100000"/>
              </a:lnSpc>
              <a:spcBef>
                <a:spcPts val="0"/>
              </a:spcBef>
              <a:spcAft>
                <a:spcPts val="0"/>
              </a:spcAft>
              <a:buSzPts val="2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82" name="Shape 182"/>
        <p:cNvGrpSpPr/>
        <p:nvPr/>
      </p:nvGrpSpPr>
      <p:grpSpPr>
        <a:xfrm>
          <a:off x="0" y="0"/>
          <a:ext cx="0" cy="0"/>
          <a:chOff x="0" y="0"/>
          <a:chExt cx="0" cy="0"/>
        </a:xfrm>
      </p:grpSpPr>
      <p:sp>
        <p:nvSpPr>
          <p:cNvPr id="183" name="Google Shape;183;p66"/>
          <p:cNvSpPr txBox="1"/>
          <p:nvPr>
            <p:ph type="title"/>
          </p:nvPr>
        </p:nvSpPr>
        <p:spPr>
          <a:xfrm>
            <a:off x="1712000" y="2077967"/>
            <a:ext cx="8768000" cy="201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12800"/>
            </a:lvl1pPr>
            <a:lvl2pPr lvl="1" algn="ctr">
              <a:lnSpc>
                <a:spcPct val="100000"/>
              </a:lnSpc>
              <a:spcBef>
                <a:spcPts val="0"/>
              </a:spcBef>
              <a:spcAft>
                <a:spcPts val="0"/>
              </a:spcAft>
              <a:buSzPts val="9600"/>
              <a:buNone/>
              <a:defRPr sz="12800"/>
            </a:lvl2pPr>
            <a:lvl3pPr lvl="2" algn="ctr">
              <a:lnSpc>
                <a:spcPct val="100000"/>
              </a:lnSpc>
              <a:spcBef>
                <a:spcPts val="0"/>
              </a:spcBef>
              <a:spcAft>
                <a:spcPts val="0"/>
              </a:spcAft>
              <a:buSzPts val="9600"/>
              <a:buNone/>
              <a:defRPr sz="12800"/>
            </a:lvl3pPr>
            <a:lvl4pPr lvl="3" algn="ctr">
              <a:lnSpc>
                <a:spcPct val="100000"/>
              </a:lnSpc>
              <a:spcBef>
                <a:spcPts val="0"/>
              </a:spcBef>
              <a:spcAft>
                <a:spcPts val="0"/>
              </a:spcAft>
              <a:buSzPts val="9600"/>
              <a:buNone/>
              <a:defRPr sz="12800"/>
            </a:lvl4pPr>
            <a:lvl5pPr lvl="4" algn="ctr">
              <a:lnSpc>
                <a:spcPct val="100000"/>
              </a:lnSpc>
              <a:spcBef>
                <a:spcPts val="0"/>
              </a:spcBef>
              <a:spcAft>
                <a:spcPts val="0"/>
              </a:spcAft>
              <a:buSzPts val="9600"/>
              <a:buNone/>
              <a:defRPr sz="12800"/>
            </a:lvl5pPr>
            <a:lvl6pPr lvl="5" algn="ctr">
              <a:lnSpc>
                <a:spcPct val="100000"/>
              </a:lnSpc>
              <a:spcBef>
                <a:spcPts val="0"/>
              </a:spcBef>
              <a:spcAft>
                <a:spcPts val="0"/>
              </a:spcAft>
              <a:buSzPts val="9600"/>
              <a:buNone/>
              <a:defRPr sz="12800"/>
            </a:lvl6pPr>
            <a:lvl7pPr lvl="6" algn="ctr">
              <a:lnSpc>
                <a:spcPct val="100000"/>
              </a:lnSpc>
              <a:spcBef>
                <a:spcPts val="0"/>
              </a:spcBef>
              <a:spcAft>
                <a:spcPts val="0"/>
              </a:spcAft>
              <a:buSzPts val="9600"/>
              <a:buNone/>
              <a:defRPr sz="12800"/>
            </a:lvl7pPr>
            <a:lvl8pPr lvl="7" algn="ctr">
              <a:lnSpc>
                <a:spcPct val="100000"/>
              </a:lnSpc>
              <a:spcBef>
                <a:spcPts val="0"/>
              </a:spcBef>
              <a:spcAft>
                <a:spcPts val="0"/>
              </a:spcAft>
              <a:buSzPts val="9600"/>
              <a:buNone/>
              <a:defRPr sz="12800"/>
            </a:lvl8pPr>
            <a:lvl9pPr lvl="8" algn="ctr">
              <a:lnSpc>
                <a:spcPct val="100000"/>
              </a:lnSpc>
              <a:spcBef>
                <a:spcPts val="0"/>
              </a:spcBef>
              <a:spcAft>
                <a:spcPts val="0"/>
              </a:spcAft>
              <a:buSzPts val="9600"/>
              <a:buNone/>
              <a:defRPr sz="12800"/>
            </a:lvl9pPr>
          </a:lstStyle>
          <a:p/>
        </p:txBody>
      </p:sp>
      <p:sp>
        <p:nvSpPr>
          <p:cNvPr id="184" name="Google Shape;184;p66"/>
          <p:cNvSpPr txBox="1"/>
          <p:nvPr>
            <p:ph idx="1" type="subTitle"/>
          </p:nvPr>
        </p:nvSpPr>
        <p:spPr>
          <a:xfrm>
            <a:off x="1712000" y="4092833"/>
            <a:ext cx="8768000" cy="95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2133"/>
            </a:lvl1pPr>
            <a:lvl2pPr lvl="1" algn="ctr">
              <a:lnSpc>
                <a:spcPct val="100000"/>
              </a:lnSpc>
              <a:spcBef>
                <a:spcPts val="0"/>
              </a:spcBef>
              <a:spcAft>
                <a:spcPts val="0"/>
              </a:spcAft>
              <a:buSzPts val="1600"/>
              <a:buNone/>
              <a:defRPr sz="2133"/>
            </a:lvl2pPr>
            <a:lvl3pPr lvl="2" algn="ctr">
              <a:lnSpc>
                <a:spcPct val="100000"/>
              </a:lnSpc>
              <a:spcBef>
                <a:spcPts val="0"/>
              </a:spcBef>
              <a:spcAft>
                <a:spcPts val="0"/>
              </a:spcAft>
              <a:buSzPts val="1600"/>
              <a:buNone/>
              <a:defRPr sz="2133"/>
            </a:lvl3pPr>
            <a:lvl4pPr lvl="3" algn="ctr">
              <a:lnSpc>
                <a:spcPct val="100000"/>
              </a:lnSpc>
              <a:spcBef>
                <a:spcPts val="0"/>
              </a:spcBef>
              <a:spcAft>
                <a:spcPts val="0"/>
              </a:spcAft>
              <a:buSzPts val="1600"/>
              <a:buNone/>
              <a:defRPr sz="2133"/>
            </a:lvl4pPr>
            <a:lvl5pPr lvl="4" algn="ctr">
              <a:lnSpc>
                <a:spcPct val="100000"/>
              </a:lnSpc>
              <a:spcBef>
                <a:spcPts val="0"/>
              </a:spcBef>
              <a:spcAft>
                <a:spcPts val="0"/>
              </a:spcAft>
              <a:buSzPts val="1600"/>
              <a:buNone/>
              <a:defRPr sz="2133"/>
            </a:lvl5pPr>
            <a:lvl6pPr lvl="5" algn="ctr">
              <a:lnSpc>
                <a:spcPct val="100000"/>
              </a:lnSpc>
              <a:spcBef>
                <a:spcPts val="0"/>
              </a:spcBef>
              <a:spcAft>
                <a:spcPts val="0"/>
              </a:spcAft>
              <a:buSzPts val="1600"/>
              <a:buNone/>
              <a:defRPr sz="2133"/>
            </a:lvl6pPr>
            <a:lvl7pPr lvl="6" algn="ctr">
              <a:lnSpc>
                <a:spcPct val="100000"/>
              </a:lnSpc>
              <a:spcBef>
                <a:spcPts val="0"/>
              </a:spcBef>
              <a:spcAft>
                <a:spcPts val="0"/>
              </a:spcAft>
              <a:buSzPts val="1600"/>
              <a:buNone/>
              <a:defRPr sz="2133"/>
            </a:lvl7pPr>
            <a:lvl8pPr lvl="7" algn="ctr">
              <a:lnSpc>
                <a:spcPct val="100000"/>
              </a:lnSpc>
              <a:spcBef>
                <a:spcPts val="0"/>
              </a:spcBef>
              <a:spcAft>
                <a:spcPts val="0"/>
              </a:spcAft>
              <a:buSzPts val="1600"/>
              <a:buNone/>
              <a:defRPr sz="2133"/>
            </a:lvl8pPr>
            <a:lvl9pPr lvl="8" algn="ctr">
              <a:lnSpc>
                <a:spcPct val="100000"/>
              </a:lnSpc>
              <a:spcBef>
                <a:spcPts val="0"/>
              </a:spcBef>
              <a:spcAft>
                <a:spcPts val="0"/>
              </a:spcAft>
              <a:buSzPts val="1600"/>
              <a:buNone/>
              <a:defRPr sz="2133"/>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5" name="Shape 18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3.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2700"/>
              <a:buFont typeface="Arial"/>
              <a:buNone/>
              <a:defRPr b="1" i="0" sz="27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795528" y="1307591"/>
            <a:ext cx="10597896" cy="4871323"/>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1000"/>
              </a:spcBef>
              <a:spcAft>
                <a:spcPts val="0"/>
              </a:spcAft>
              <a:buClr>
                <a:schemeClr val="dk1"/>
              </a:buClr>
              <a:buSzPts val="1850"/>
              <a:buFont typeface="Arial"/>
              <a:buNone/>
              <a:defRPr b="0" i="0" sz="1850" u="none" cap="none" strike="noStrike">
                <a:solidFill>
                  <a:schemeClr val="dk1"/>
                </a:solidFill>
                <a:latin typeface="Arial"/>
                <a:ea typeface="Arial"/>
                <a:cs typeface="Arial"/>
                <a:sym typeface="Arial"/>
              </a:defRPr>
            </a:lvl1pPr>
            <a:lvl2pPr indent="-346075" lvl="1" marL="914400" marR="0" rtl="0" algn="l">
              <a:lnSpc>
                <a:spcPct val="90000"/>
              </a:lnSpc>
              <a:spcBef>
                <a:spcPts val="500"/>
              </a:spcBef>
              <a:spcAft>
                <a:spcPts val="0"/>
              </a:spcAft>
              <a:buClr>
                <a:schemeClr val="lt2"/>
              </a:buClr>
              <a:buSzPts val="1850"/>
              <a:buFont typeface="Arial"/>
              <a:buChar char="•"/>
              <a:defRPr b="0" i="0" sz="1850" u="none" cap="none" strike="noStrike">
                <a:solidFill>
                  <a:schemeClr val="lt2"/>
                </a:solidFill>
                <a:latin typeface="Arial"/>
                <a:ea typeface="Arial"/>
                <a:cs typeface="Arial"/>
                <a:sym typeface="Arial"/>
              </a:defRPr>
            </a:lvl2pPr>
            <a:lvl3pPr indent="-330200" lvl="2" marL="1371600" marR="0" rtl="0" algn="l">
              <a:lnSpc>
                <a:spcPct val="90000"/>
              </a:lnSpc>
              <a:spcBef>
                <a:spcPts val="500"/>
              </a:spcBef>
              <a:spcAft>
                <a:spcPts val="0"/>
              </a:spcAft>
              <a:buClr>
                <a:schemeClr val="lt2"/>
              </a:buClr>
              <a:buSzPts val="1600"/>
              <a:buFont typeface="Arial"/>
              <a:buChar char="‒"/>
              <a:defRPr b="0" i="0" sz="1600" u="none" cap="none" strike="noStrike">
                <a:solidFill>
                  <a:schemeClr val="lt2"/>
                </a:solidFill>
                <a:latin typeface="Arial"/>
                <a:ea typeface="Arial"/>
                <a:cs typeface="Arial"/>
                <a:sym typeface="Arial"/>
              </a:defRPr>
            </a:lvl3pPr>
            <a:lvl4pPr indent="-320675" lvl="3" marL="1828800" marR="0" rtl="0" algn="l">
              <a:lnSpc>
                <a:spcPct val="90000"/>
              </a:lnSpc>
              <a:spcBef>
                <a:spcPts val="500"/>
              </a:spcBef>
              <a:spcAft>
                <a:spcPts val="0"/>
              </a:spcAft>
              <a:buClr>
                <a:schemeClr val="lt2"/>
              </a:buClr>
              <a:buSzPts val="1450"/>
              <a:buFont typeface="Arial"/>
              <a:buChar char="•"/>
              <a:defRPr b="0" i="0" sz="1450" u="none" cap="none" strike="noStrike">
                <a:solidFill>
                  <a:schemeClr val="lt2"/>
                </a:solidFill>
                <a:latin typeface="Arial"/>
                <a:ea typeface="Arial"/>
                <a:cs typeface="Arial"/>
                <a:sym typeface="Arial"/>
              </a:defRPr>
            </a:lvl4pPr>
            <a:lvl5pPr indent="-320675" lvl="4" marL="2286000" marR="0" rtl="0" algn="l">
              <a:lnSpc>
                <a:spcPct val="90000"/>
              </a:lnSpc>
              <a:spcBef>
                <a:spcPts val="500"/>
              </a:spcBef>
              <a:spcAft>
                <a:spcPts val="0"/>
              </a:spcAft>
              <a:buClr>
                <a:schemeClr val="lt2"/>
              </a:buClr>
              <a:buSzPts val="1450"/>
              <a:buFont typeface="Arial"/>
              <a:buChar char="‒"/>
              <a:defRPr b="0" i="0" sz="1450" u="none" cap="none" strike="noStrike">
                <a:solidFill>
                  <a:schemeClr val="lt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8"/>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000" u="none" cap="none" strike="noStrike">
                <a:solidFill>
                  <a:schemeClr val="lt2"/>
                </a:solidFill>
                <a:latin typeface="Arial"/>
                <a:ea typeface="Arial"/>
                <a:cs typeface="Arial"/>
                <a:sym typeface="Arial"/>
              </a:defRPr>
            </a:lvl1pPr>
            <a:lvl2pPr indent="0" lvl="1" marL="0" marR="0" rtl="0" algn="r">
              <a:spcBef>
                <a:spcPts val="0"/>
              </a:spcBef>
              <a:buNone/>
              <a:defRPr b="0" i="0" sz="1000" u="none" cap="none" strike="noStrike">
                <a:solidFill>
                  <a:schemeClr val="lt2"/>
                </a:solidFill>
                <a:latin typeface="Arial"/>
                <a:ea typeface="Arial"/>
                <a:cs typeface="Arial"/>
                <a:sym typeface="Arial"/>
              </a:defRPr>
            </a:lvl2pPr>
            <a:lvl3pPr indent="0" lvl="2" marL="0" marR="0" rtl="0" algn="r">
              <a:spcBef>
                <a:spcPts val="0"/>
              </a:spcBef>
              <a:buNone/>
              <a:defRPr b="0" i="0" sz="1000" u="none" cap="none" strike="noStrike">
                <a:solidFill>
                  <a:schemeClr val="lt2"/>
                </a:solidFill>
                <a:latin typeface="Arial"/>
                <a:ea typeface="Arial"/>
                <a:cs typeface="Arial"/>
                <a:sym typeface="Arial"/>
              </a:defRPr>
            </a:lvl3pPr>
            <a:lvl4pPr indent="0" lvl="3" marL="0" marR="0" rtl="0" algn="r">
              <a:spcBef>
                <a:spcPts val="0"/>
              </a:spcBef>
              <a:buNone/>
              <a:defRPr b="0" i="0" sz="1000" u="none" cap="none" strike="noStrike">
                <a:solidFill>
                  <a:schemeClr val="lt2"/>
                </a:solidFill>
                <a:latin typeface="Arial"/>
                <a:ea typeface="Arial"/>
                <a:cs typeface="Arial"/>
                <a:sym typeface="Arial"/>
              </a:defRPr>
            </a:lvl4pPr>
            <a:lvl5pPr indent="0" lvl="4" marL="0" marR="0" rtl="0" algn="r">
              <a:spcBef>
                <a:spcPts val="0"/>
              </a:spcBef>
              <a:buNone/>
              <a:defRPr b="0" i="0" sz="1000" u="none" cap="none" strike="noStrike">
                <a:solidFill>
                  <a:schemeClr val="lt2"/>
                </a:solidFill>
                <a:latin typeface="Arial"/>
                <a:ea typeface="Arial"/>
                <a:cs typeface="Arial"/>
                <a:sym typeface="Arial"/>
              </a:defRPr>
            </a:lvl5pPr>
            <a:lvl6pPr indent="0" lvl="5" marL="0" marR="0" rtl="0" algn="r">
              <a:spcBef>
                <a:spcPts val="0"/>
              </a:spcBef>
              <a:buNone/>
              <a:defRPr b="0" i="0" sz="1000" u="none" cap="none" strike="noStrike">
                <a:solidFill>
                  <a:schemeClr val="lt2"/>
                </a:solidFill>
                <a:latin typeface="Arial"/>
                <a:ea typeface="Arial"/>
                <a:cs typeface="Arial"/>
                <a:sym typeface="Arial"/>
              </a:defRPr>
            </a:lvl6pPr>
            <a:lvl7pPr indent="0" lvl="6" marL="0" marR="0" rtl="0" algn="r">
              <a:spcBef>
                <a:spcPts val="0"/>
              </a:spcBef>
              <a:buNone/>
              <a:defRPr b="0" i="0" sz="1000" u="none" cap="none" strike="noStrike">
                <a:solidFill>
                  <a:schemeClr val="lt2"/>
                </a:solidFill>
                <a:latin typeface="Arial"/>
                <a:ea typeface="Arial"/>
                <a:cs typeface="Arial"/>
                <a:sym typeface="Arial"/>
              </a:defRPr>
            </a:lvl7pPr>
            <a:lvl8pPr indent="0" lvl="7" marL="0" marR="0" rtl="0" algn="r">
              <a:spcBef>
                <a:spcPts val="0"/>
              </a:spcBef>
              <a:buNone/>
              <a:defRPr b="0" i="0" sz="1000" u="none" cap="none" strike="noStrike">
                <a:solidFill>
                  <a:schemeClr val="lt2"/>
                </a:solidFill>
                <a:latin typeface="Arial"/>
                <a:ea typeface="Arial"/>
                <a:cs typeface="Arial"/>
                <a:sym typeface="Arial"/>
              </a:defRPr>
            </a:lvl8pPr>
            <a:lvl9pPr indent="0" lvl="8" marL="0" marR="0" rtl="0" algn="r">
              <a:spcBef>
                <a:spcPts val="0"/>
              </a:spcBef>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501">
          <p15:clr>
            <a:srgbClr val="F26B43"/>
          </p15:clr>
        </p15:guide>
        <p15:guide id="3" pos="7179">
          <p15:clr>
            <a:srgbClr val="F26B43"/>
          </p15:clr>
        </p15:guide>
        <p15:guide id="4" pos="3840">
          <p15:clr>
            <a:srgbClr val="F26B43"/>
          </p15:clr>
        </p15:guide>
        <p15:guide id="5" orient="horz" pos="822">
          <p15:clr>
            <a:srgbClr val="F26B43"/>
          </p15:clr>
        </p15:guide>
        <p15:guide id="6" orient="horz" pos="229">
          <p15:clr>
            <a:srgbClr val="F26B43"/>
          </p15:clr>
        </p15:guide>
        <p15:guide id="7" orient="horz" pos="389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34"/>
          <p:cNvSpPr txBox="1"/>
          <p:nvPr>
            <p:ph type="title"/>
          </p:nvPr>
        </p:nvSpPr>
        <p:spPr>
          <a:xfrm>
            <a:off x="603400" y="548633"/>
            <a:ext cx="10985200" cy="748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1pPr>
            <a:lvl2pPr lvl="1"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2pPr>
            <a:lvl3pPr lvl="2"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3pPr>
            <a:lvl4pPr lvl="3"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4pPr>
            <a:lvl5pPr lvl="4"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5pPr>
            <a:lvl6pPr lvl="5"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6pPr>
            <a:lvl7pPr lvl="6"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7pPr>
            <a:lvl8pPr lvl="7"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8pPr>
            <a:lvl9pPr lvl="8" marR="0" rtl="0" algn="ctr">
              <a:lnSpc>
                <a:spcPct val="100000"/>
              </a:lnSpc>
              <a:spcBef>
                <a:spcPts val="0"/>
              </a:spcBef>
              <a:spcAft>
                <a:spcPts val="0"/>
              </a:spcAft>
              <a:buClr>
                <a:schemeClr val="dk1"/>
              </a:buClr>
              <a:buSzPts val="2400"/>
              <a:buFont typeface="Montserrat"/>
              <a:buNone/>
              <a:defRPr b="1" i="0" sz="2400" u="none" cap="none" strike="noStrike">
                <a:solidFill>
                  <a:schemeClr val="dk1"/>
                </a:solidFill>
                <a:latin typeface="Montserrat"/>
                <a:ea typeface="Montserrat"/>
                <a:cs typeface="Montserrat"/>
                <a:sym typeface="Montserrat"/>
              </a:defRPr>
            </a:lvl9pPr>
          </a:lstStyle>
          <a:p/>
        </p:txBody>
      </p:sp>
      <p:sp>
        <p:nvSpPr>
          <p:cNvPr id="153" name="Google Shape;153;p34"/>
          <p:cNvSpPr txBox="1"/>
          <p:nvPr>
            <p:ph idx="1" type="body"/>
          </p:nvPr>
        </p:nvSpPr>
        <p:spPr>
          <a:xfrm>
            <a:off x="953467" y="1462133"/>
            <a:ext cx="10284800" cy="4682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1pPr>
            <a:lvl2pPr indent="-304800" lvl="1" marL="9144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2pPr>
            <a:lvl3pPr indent="-304800" lvl="2" marL="13716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3pPr>
            <a:lvl4pPr indent="-304800" lvl="3" marL="18288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4pPr>
            <a:lvl5pPr indent="-304800" lvl="4" marL="22860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5pPr>
            <a:lvl6pPr indent="-304800" lvl="5" marL="27432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6pPr>
            <a:lvl7pPr indent="-304800" lvl="6" marL="32004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7pPr>
            <a:lvl8pPr indent="-304800" lvl="7" marL="36576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8pPr>
            <a:lvl9pPr indent="-304800" lvl="8" marL="4114800" marR="0" rtl="0" algn="l">
              <a:lnSpc>
                <a:spcPct val="100000"/>
              </a:lnSpc>
              <a:spcBef>
                <a:spcPts val="0"/>
              </a:spcBef>
              <a:spcAft>
                <a:spcPts val="0"/>
              </a:spcAft>
              <a:buClr>
                <a:schemeClr val="dk1"/>
              </a:buClr>
              <a:buSzPts val="1200"/>
              <a:buFont typeface="Montserrat Medium"/>
              <a:buChar char="■"/>
              <a:defRPr b="0" i="0" sz="1200" u="none" cap="none" strike="noStrike">
                <a:solidFill>
                  <a:schemeClr val="dk1"/>
                </a:solidFill>
                <a:latin typeface="Montserrat Medium"/>
                <a:ea typeface="Montserrat Medium"/>
                <a:cs typeface="Montserrat Medium"/>
                <a:sym typeface="Montserrat Medium"/>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pos="5478">
          <p15:clr>
            <a:srgbClr val="E46962"/>
          </p15:clr>
        </p15:guide>
        <p15:guide id="3" orient="horz" pos="259">
          <p15:clr>
            <a:srgbClr val="E46962"/>
          </p15:clr>
        </p15:guide>
        <p15:guide id="4" orient="horz" pos="29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3.jpg"/><Relationship Id="rId4" Type="http://schemas.openxmlformats.org/officeDocument/2006/relationships/image" Target="../media/image5.jpg"/><Relationship Id="rId9" Type="http://schemas.openxmlformats.org/officeDocument/2006/relationships/image" Target="../media/image3.jpg"/><Relationship Id="rId5" Type="http://schemas.openxmlformats.org/officeDocument/2006/relationships/image" Target="../media/image1.jpg"/><Relationship Id="rId6" Type="http://schemas.openxmlformats.org/officeDocument/2006/relationships/image" Target="../media/image9.jpg"/><Relationship Id="rId7" Type="http://schemas.openxmlformats.org/officeDocument/2006/relationships/image" Target="../media/image2.jpg"/><Relationship Id="rId8" Type="http://schemas.openxmlformats.org/officeDocument/2006/relationships/image" Target="../media/image7.jpg"/><Relationship Id="rId10"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4.jp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7.png"/><Relationship Id="rId5" Type="http://schemas.openxmlformats.org/officeDocument/2006/relationships/hyperlink" Target="https://www.be-exchange.org/calculato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vmlDrawing" Target="../drawings/vmlDrawing1.vml"/><Relationship Id="rId4" Type="http://schemas.openxmlformats.org/officeDocument/2006/relationships/package" Target="../embeddings/Microsoft_Excel_Sheet1.xlsx"/><Relationship Id="rId9" Type="http://schemas.openxmlformats.org/officeDocument/2006/relationships/image" Target="../media/image15.png"/><Relationship Id="rId5" Type="http://schemas.openxmlformats.org/officeDocument/2006/relationships/package" Target="../embeddings/Microsoft_Excel_Sheet1.xlsx"/><Relationship Id="rId6" Type="http://schemas.openxmlformats.org/officeDocument/2006/relationships/image" Target="../media/image14.png"/><Relationship Id="rId7" Type="http://schemas.openxmlformats.org/officeDocument/2006/relationships/package" Target="../embeddings/Microsoft_Excel_Sheet2.xlsx"/><Relationship Id="rId8" Type="http://schemas.openxmlformats.org/officeDocument/2006/relationships/package" Target="../embeddings/Microsoft_Excel_Sheet2.xls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7.jpg"/><Relationship Id="rId4" Type="http://schemas.openxmlformats.org/officeDocument/2006/relationships/image" Target="../media/image26.jpg"/><Relationship Id="rId5" Type="http://schemas.openxmlformats.org/officeDocument/2006/relationships/image" Target="../media/image24.png"/><Relationship Id="rId6" Type="http://schemas.openxmlformats.org/officeDocument/2006/relationships/hyperlink" Target="https://be-exchange.org/report/lowcarbonmultifamily-post80-hig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0.jpg"/><Relationship Id="rId4" Type="http://schemas.openxmlformats.org/officeDocument/2006/relationships/image" Target="../media/image32.png"/><Relationship Id="rId5" Type="http://schemas.openxmlformats.org/officeDocument/2006/relationships/image" Target="../media/image31.png"/><Relationship Id="rId6"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
          <p:cNvSpPr txBox="1"/>
          <p:nvPr>
            <p:ph type="ctrTitle"/>
          </p:nvPr>
        </p:nvSpPr>
        <p:spPr>
          <a:xfrm>
            <a:off x="617024" y="1013850"/>
            <a:ext cx="2055487" cy="186537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rgbClr val="538D5E"/>
              </a:buClr>
              <a:buSzPts val="4000"/>
              <a:buFont typeface="Arial"/>
              <a:buNone/>
            </a:pPr>
            <a:r>
              <a:rPr lang="en-US" sz="4000">
                <a:solidFill>
                  <a:srgbClr val="538D5E"/>
                </a:solidFill>
              </a:rPr>
              <a:t>Getting the</a:t>
            </a:r>
            <a:br>
              <a:rPr lang="en-US" sz="4000">
                <a:solidFill>
                  <a:srgbClr val="538D5E"/>
                </a:solidFill>
              </a:rPr>
            </a:br>
            <a:r>
              <a:rPr lang="en-US" sz="4000">
                <a:solidFill>
                  <a:srgbClr val="538D5E"/>
                </a:solidFill>
              </a:rPr>
              <a:t>Grade</a:t>
            </a:r>
            <a:endParaRPr/>
          </a:p>
        </p:txBody>
      </p:sp>
      <p:sp>
        <p:nvSpPr>
          <p:cNvPr id="191" name="Google Shape;191;p1"/>
          <p:cNvSpPr txBox="1"/>
          <p:nvPr>
            <p:ph idx="12" type="sldNum"/>
          </p:nvPr>
        </p:nvSpPr>
        <p:spPr>
          <a:xfrm>
            <a:off x="10977372" y="6021926"/>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
        <p:nvSpPr>
          <p:cNvPr id="192" name="Google Shape;192;p1"/>
          <p:cNvSpPr txBox="1"/>
          <p:nvPr>
            <p:ph idx="2" type="body"/>
          </p:nvPr>
        </p:nvSpPr>
        <p:spPr>
          <a:xfrm>
            <a:off x="617023" y="4567020"/>
            <a:ext cx="2055487" cy="103098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lt2"/>
              </a:buClr>
              <a:buSzPts val="1600"/>
              <a:buFont typeface="Arial"/>
              <a:buNone/>
            </a:pPr>
            <a:r>
              <a:rPr lang="en-US"/>
              <a:t>Affordably Improving the Energy Efficiency and Carbon Emissions of Buildings in NYC</a:t>
            </a:r>
            <a:endParaRPr/>
          </a:p>
        </p:txBody>
      </p:sp>
      <p:pic>
        <p:nvPicPr>
          <p:cNvPr id="193" name="Google Shape;193;p1"/>
          <p:cNvPicPr preferRelativeResize="0"/>
          <p:nvPr/>
        </p:nvPicPr>
        <p:blipFill rotWithShape="1">
          <a:blip r:embed="rId3">
            <a:alphaModFix/>
          </a:blip>
          <a:srcRect b="0" l="0" r="0" t="0"/>
          <a:stretch/>
        </p:blipFill>
        <p:spPr>
          <a:xfrm>
            <a:off x="2821174" y="1002260"/>
            <a:ext cx="8753802" cy="45957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
          <p:cNvSpPr txBox="1"/>
          <p:nvPr>
            <p:ph type="title"/>
          </p:nvPr>
        </p:nvSpPr>
        <p:spPr>
          <a:xfrm>
            <a:off x="2227425" y="359814"/>
            <a:ext cx="2195047" cy="200614"/>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1000"/>
              <a:buFont typeface="Arial"/>
              <a:buNone/>
            </a:pPr>
            <a:r>
              <a:rPr lang="en-US"/>
              <a:t>Agenda</a:t>
            </a:r>
            <a:endParaRPr/>
          </a:p>
        </p:txBody>
      </p:sp>
      <p:sp>
        <p:nvSpPr>
          <p:cNvPr id="200" name="Google Shape;200;p2"/>
          <p:cNvSpPr txBox="1"/>
          <p:nvPr>
            <p:ph idx="1" type="body"/>
          </p:nvPr>
        </p:nvSpPr>
        <p:spPr>
          <a:xfrm>
            <a:off x="4557940" y="2038999"/>
            <a:ext cx="417538"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1" lang="en-US" sz="2000">
                <a:solidFill>
                  <a:schemeClr val="dk1"/>
                </a:solidFill>
              </a:rPr>
              <a:t>1</a:t>
            </a:r>
            <a:endParaRPr/>
          </a:p>
        </p:txBody>
      </p:sp>
      <p:sp>
        <p:nvSpPr>
          <p:cNvPr id="201" name="Google Shape;201;p2"/>
          <p:cNvSpPr txBox="1"/>
          <p:nvPr>
            <p:ph idx="2" type="body"/>
          </p:nvPr>
        </p:nvSpPr>
        <p:spPr>
          <a:xfrm>
            <a:off x="4557940" y="2617302"/>
            <a:ext cx="417538"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7F7F7F"/>
              </a:buClr>
              <a:buSzPts val="2000"/>
              <a:buFont typeface="Arial"/>
              <a:buNone/>
            </a:pPr>
            <a:r>
              <a:rPr lang="en-US" sz="2000">
                <a:solidFill>
                  <a:srgbClr val="7F7F7F"/>
                </a:solidFill>
              </a:rPr>
              <a:t>2</a:t>
            </a:r>
            <a:endParaRPr/>
          </a:p>
        </p:txBody>
      </p:sp>
      <p:sp>
        <p:nvSpPr>
          <p:cNvPr id="202" name="Google Shape;202;p2"/>
          <p:cNvSpPr txBox="1"/>
          <p:nvPr>
            <p:ph idx="3" type="body"/>
          </p:nvPr>
        </p:nvSpPr>
        <p:spPr>
          <a:xfrm>
            <a:off x="4557940" y="3195605"/>
            <a:ext cx="417538"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7F7F7F"/>
              </a:buClr>
              <a:buSzPts val="1800"/>
              <a:buFont typeface="Arial"/>
              <a:buNone/>
            </a:pPr>
            <a:r>
              <a:rPr lang="en-US" sz="1800">
                <a:solidFill>
                  <a:srgbClr val="7F7F7F"/>
                </a:solidFill>
              </a:rPr>
              <a:t>3</a:t>
            </a:r>
            <a:endParaRPr/>
          </a:p>
        </p:txBody>
      </p:sp>
      <p:sp>
        <p:nvSpPr>
          <p:cNvPr id="203" name="Google Shape;203;p2"/>
          <p:cNvSpPr txBox="1"/>
          <p:nvPr>
            <p:ph idx="4" type="body"/>
          </p:nvPr>
        </p:nvSpPr>
        <p:spPr>
          <a:xfrm>
            <a:off x="4557940" y="3773908"/>
            <a:ext cx="417538"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7F7F7F"/>
              </a:buClr>
              <a:buSzPts val="1800"/>
              <a:buFont typeface="Arial"/>
              <a:buNone/>
            </a:pPr>
            <a:r>
              <a:rPr lang="en-US" sz="1800">
                <a:solidFill>
                  <a:srgbClr val="7F7F7F"/>
                </a:solidFill>
              </a:rPr>
              <a:t>4</a:t>
            </a:r>
            <a:endParaRPr/>
          </a:p>
        </p:txBody>
      </p:sp>
      <p:sp>
        <p:nvSpPr>
          <p:cNvPr id="204" name="Google Shape;204;p2"/>
          <p:cNvSpPr txBox="1"/>
          <p:nvPr>
            <p:ph idx="5" type="body"/>
          </p:nvPr>
        </p:nvSpPr>
        <p:spPr>
          <a:xfrm>
            <a:off x="5392841" y="2030532"/>
            <a:ext cx="2862122"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2000"/>
              <a:buFont typeface="Arial"/>
              <a:buNone/>
            </a:pPr>
            <a:r>
              <a:rPr b="1" lang="en-US" sz="2000">
                <a:solidFill>
                  <a:schemeClr val="dk1"/>
                </a:solidFill>
              </a:rPr>
              <a:t>Story</a:t>
            </a:r>
            <a:endParaRPr/>
          </a:p>
        </p:txBody>
      </p:sp>
      <p:sp>
        <p:nvSpPr>
          <p:cNvPr id="205" name="Google Shape;205;p2"/>
          <p:cNvSpPr txBox="1"/>
          <p:nvPr>
            <p:ph idx="6" type="body"/>
          </p:nvPr>
        </p:nvSpPr>
        <p:spPr>
          <a:xfrm>
            <a:off x="5392841" y="2608835"/>
            <a:ext cx="2862122"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7F7F7F"/>
              </a:buClr>
              <a:buSzPts val="2000"/>
              <a:buFont typeface="Arial"/>
              <a:buNone/>
            </a:pPr>
            <a:r>
              <a:rPr lang="en-US" sz="2000">
                <a:solidFill>
                  <a:srgbClr val="7F7F7F"/>
                </a:solidFill>
              </a:rPr>
              <a:t>Problem</a:t>
            </a:r>
            <a:endParaRPr/>
          </a:p>
        </p:txBody>
      </p:sp>
      <p:sp>
        <p:nvSpPr>
          <p:cNvPr id="206" name="Google Shape;206;p2"/>
          <p:cNvSpPr txBox="1"/>
          <p:nvPr>
            <p:ph idx="7" type="body"/>
          </p:nvPr>
        </p:nvSpPr>
        <p:spPr>
          <a:xfrm>
            <a:off x="5392841" y="3187138"/>
            <a:ext cx="2862122"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7F7F7F"/>
              </a:buClr>
              <a:buSzPts val="2000"/>
              <a:buFont typeface="Arial"/>
              <a:buNone/>
            </a:pPr>
            <a:r>
              <a:rPr lang="en-US" sz="2000">
                <a:solidFill>
                  <a:srgbClr val="7F7F7F"/>
                </a:solidFill>
              </a:rPr>
              <a:t>Solutions</a:t>
            </a:r>
            <a:endParaRPr/>
          </a:p>
        </p:txBody>
      </p:sp>
      <p:sp>
        <p:nvSpPr>
          <p:cNvPr id="207" name="Google Shape;207;p2"/>
          <p:cNvSpPr txBox="1"/>
          <p:nvPr>
            <p:ph idx="8" type="body"/>
          </p:nvPr>
        </p:nvSpPr>
        <p:spPr>
          <a:xfrm>
            <a:off x="5392841" y="3765440"/>
            <a:ext cx="2862122" cy="277063"/>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7F7F7F"/>
              </a:buClr>
              <a:buSzPts val="2000"/>
              <a:buFont typeface="Arial"/>
              <a:buNone/>
            </a:pPr>
            <a:r>
              <a:rPr lang="en-US" sz="2000">
                <a:solidFill>
                  <a:srgbClr val="7F7F7F"/>
                </a:solidFill>
              </a:rPr>
              <a:t>Current Status</a:t>
            </a:r>
            <a:endParaRPr/>
          </a:p>
        </p:txBody>
      </p:sp>
      <p:sp>
        <p:nvSpPr>
          <p:cNvPr id="208" name="Google Shape;208;p2"/>
          <p:cNvSpPr txBox="1"/>
          <p:nvPr/>
        </p:nvSpPr>
        <p:spPr>
          <a:xfrm>
            <a:off x="4557940" y="4352211"/>
            <a:ext cx="417538" cy="27706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5</a:t>
            </a:r>
            <a:endParaRPr/>
          </a:p>
        </p:txBody>
      </p:sp>
      <p:sp>
        <p:nvSpPr>
          <p:cNvPr id="209" name="Google Shape;209;p2"/>
          <p:cNvSpPr txBox="1"/>
          <p:nvPr/>
        </p:nvSpPr>
        <p:spPr>
          <a:xfrm>
            <a:off x="5392841" y="4343744"/>
            <a:ext cx="2862122" cy="27706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F7F7F"/>
              </a:buClr>
              <a:buSzPts val="2000"/>
              <a:buFont typeface="Arial"/>
              <a:buNone/>
            </a:pPr>
            <a:r>
              <a:rPr b="0" i="0" lang="en-US" sz="2000" u="none" cap="none" strike="noStrike">
                <a:solidFill>
                  <a:srgbClr val="7F7F7F"/>
                </a:solidFill>
                <a:latin typeface="Arial"/>
                <a:ea typeface="Arial"/>
                <a:cs typeface="Arial"/>
                <a:sym typeface="Arial"/>
              </a:rPr>
              <a:t>Goals</a:t>
            </a:r>
            <a:endParaRPr/>
          </a:p>
        </p:txBody>
      </p:sp>
      <p:sp>
        <p:nvSpPr>
          <p:cNvPr id="210" name="Google Shape;210;p2"/>
          <p:cNvSpPr txBox="1"/>
          <p:nvPr/>
        </p:nvSpPr>
        <p:spPr>
          <a:xfrm>
            <a:off x="4557940" y="4930514"/>
            <a:ext cx="417538" cy="27706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6</a:t>
            </a:r>
            <a:endParaRPr/>
          </a:p>
        </p:txBody>
      </p:sp>
      <p:sp>
        <p:nvSpPr>
          <p:cNvPr id="211" name="Google Shape;211;p2"/>
          <p:cNvSpPr txBox="1"/>
          <p:nvPr/>
        </p:nvSpPr>
        <p:spPr>
          <a:xfrm>
            <a:off x="5392841" y="4922047"/>
            <a:ext cx="2862122" cy="27706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F7F7F"/>
              </a:buClr>
              <a:buSzPts val="2000"/>
              <a:buFont typeface="Arial"/>
              <a:buNone/>
            </a:pPr>
            <a:r>
              <a:rPr b="0" i="0" lang="en-US" sz="2000" u="none" cap="none" strike="noStrike">
                <a:solidFill>
                  <a:srgbClr val="7F7F7F"/>
                </a:solidFill>
                <a:latin typeface="Arial"/>
                <a:ea typeface="Arial"/>
                <a:cs typeface="Arial"/>
                <a:sym typeface="Arial"/>
              </a:rPr>
              <a:t>Needs</a:t>
            </a:r>
            <a:endParaRPr/>
          </a:p>
        </p:txBody>
      </p:sp>
      <p:sp>
        <p:nvSpPr>
          <p:cNvPr id="212" name="Google Shape;212;p2"/>
          <p:cNvSpPr txBox="1"/>
          <p:nvPr/>
        </p:nvSpPr>
        <p:spPr>
          <a:xfrm>
            <a:off x="10977372" y="6021926"/>
            <a:ext cx="416052"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A8A90"/>
              </a:buClr>
              <a:buSzPts val="1000"/>
              <a:buFont typeface="Arial"/>
              <a:buNone/>
            </a:pPr>
            <a:fld id="{00000000-1234-1234-1234-123412341234}" type="slidenum">
              <a:rPr b="0" i="0" lang="en-US" sz="1000" u="none" cap="none" strike="noStrike">
                <a:solidFill>
                  <a:srgbClr val="8A8A90"/>
                </a:solidFill>
                <a:latin typeface="Arial"/>
                <a:ea typeface="Arial"/>
                <a:cs typeface="Arial"/>
                <a:sym typeface="Arial"/>
              </a:rPr>
              <a:t>‹#›</a:t>
            </a:fld>
            <a:endParaRPr b="0" i="0" sz="1000" u="none" cap="none" strike="noStrike">
              <a:solidFill>
                <a:srgbClr val="8A8A9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
          <p:cNvSpPr txBox="1"/>
          <p:nvPr>
            <p:ph type="title"/>
          </p:nvPr>
        </p:nvSpPr>
        <p:spPr>
          <a:xfrm>
            <a:off x="759662" y="199621"/>
            <a:ext cx="10597896" cy="702473"/>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2800"/>
              <a:buFont typeface="Arial"/>
              <a:buNone/>
            </a:pPr>
            <a:r>
              <a:rPr lang="en-US" sz="2800"/>
              <a:t>Project Team</a:t>
            </a:r>
            <a:endParaRPr/>
          </a:p>
        </p:txBody>
      </p:sp>
      <p:grpSp>
        <p:nvGrpSpPr>
          <p:cNvPr id="219" name="Google Shape;219;p3"/>
          <p:cNvGrpSpPr/>
          <p:nvPr/>
        </p:nvGrpSpPr>
        <p:grpSpPr>
          <a:xfrm>
            <a:off x="759662" y="902094"/>
            <a:ext cx="1782763" cy="2138362"/>
            <a:chOff x="2327275" y="1919288"/>
            <a:chExt cx="1782763" cy="2138362"/>
          </a:xfrm>
        </p:grpSpPr>
        <p:pic>
          <p:nvPicPr>
            <p:cNvPr descr="Justin" id="220" name="Google Shape;220;p3"/>
            <p:cNvPicPr preferRelativeResize="0"/>
            <p:nvPr/>
          </p:nvPicPr>
          <p:blipFill rotWithShape="1">
            <a:blip r:embed="rId3">
              <a:alphaModFix/>
            </a:blip>
            <a:srcRect b="0" l="0" r="0" t="0"/>
            <a:stretch/>
          </p:blipFill>
          <p:spPr>
            <a:xfrm>
              <a:off x="2327275" y="1919288"/>
              <a:ext cx="1782763" cy="1782762"/>
            </a:xfrm>
            <a:prstGeom prst="ellipse">
              <a:avLst/>
            </a:prstGeom>
            <a:noFill/>
            <a:ln>
              <a:noFill/>
            </a:ln>
          </p:spPr>
        </p:pic>
        <p:sp>
          <p:nvSpPr>
            <p:cNvPr id="221" name="Google Shape;221;p3"/>
            <p:cNvSpPr/>
            <p:nvPr/>
          </p:nvSpPr>
          <p:spPr>
            <a:xfrm>
              <a:off x="2327275" y="3714750"/>
              <a:ext cx="1782763" cy="3429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0" i="0" lang="en-US" sz="1600" u="none" cap="none" strike="noStrike">
                  <a:solidFill>
                    <a:schemeClr val="dk1"/>
                  </a:solidFill>
                  <a:latin typeface="Arial"/>
                  <a:ea typeface="Arial"/>
                  <a:cs typeface="Arial"/>
                  <a:sym typeface="Arial"/>
                </a:rPr>
                <a:t>Justin Seret</a:t>
              </a:r>
              <a:endParaRPr/>
            </a:p>
          </p:txBody>
        </p:sp>
      </p:grpSp>
      <p:grpSp>
        <p:nvGrpSpPr>
          <p:cNvPr id="222" name="Google Shape;222;p3"/>
          <p:cNvGrpSpPr/>
          <p:nvPr/>
        </p:nvGrpSpPr>
        <p:grpSpPr>
          <a:xfrm>
            <a:off x="3485550" y="3789395"/>
            <a:ext cx="1782900" cy="2138362"/>
            <a:chOff x="8080375" y="1919288"/>
            <a:chExt cx="1782900" cy="2138362"/>
          </a:xfrm>
        </p:grpSpPr>
        <p:pic>
          <p:nvPicPr>
            <p:cNvPr descr="Cecilia" id="223" name="Google Shape;223;p3"/>
            <p:cNvPicPr preferRelativeResize="0"/>
            <p:nvPr/>
          </p:nvPicPr>
          <p:blipFill rotWithShape="1">
            <a:blip r:embed="rId4">
              <a:alphaModFix/>
            </a:blip>
            <a:srcRect b="0" l="0" r="0" t="0"/>
            <a:stretch/>
          </p:blipFill>
          <p:spPr>
            <a:xfrm>
              <a:off x="8080375" y="1919288"/>
              <a:ext cx="1782763" cy="1782762"/>
            </a:xfrm>
            <a:prstGeom prst="ellipse">
              <a:avLst/>
            </a:prstGeom>
            <a:noFill/>
            <a:ln>
              <a:noFill/>
            </a:ln>
          </p:spPr>
        </p:pic>
        <p:sp>
          <p:nvSpPr>
            <p:cNvPr id="224" name="Google Shape;224;p3"/>
            <p:cNvSpPr/>
            <p:nvPr/>
          </p:nvSpPr>
          <p:spPr>
            <a:xfrm>
              <a:off x="8080375" y="3714750"/>
              <a:ext cx="1782900" cy="342900"/>
            </a:xfrm>
            <a:prstGeom prst="ellipse">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None/>
              </a:pPr>
              <a:r>
                <a:rPr b="0" i="0" lang="en-US" sz="1240" u="none" cap="none" strike="noStrike">
                  <a:solidFill>
                    <a:srgbClr val="222222"/>
                  </a:solidFill>
                  <a:latin typeface="Arial"/>
                  <a:ea typeface="Arial"/>
                  <a:cs typeface="Arial"/>
                  <a:sym typeface="Arial"/>
                </a:rPr>
                <a:t>Cecilia Cheng</a:t>
              </a:r>
              <a:endParaRPr b="0" i="0" sz="1240" u="none" cap="none" strike="noStrike">
                <a:solidFill>
                  <a:schemeClr val="dk1"/>
                </a:solidFill>
                <a:latin typeface="Arial"/>
                <a:ea typeface="Arial"/>
                <a:cs typeface="Arial"/>
                <a:sym typeface="Arial"/>
              </a:endParaRPr>
            </a:p>
          </p:txBody>
        </p:sp>
      </p:grpSp>
      <p:grpSp>
        <p:nvGrpSpPr>
          <p:cNvPr id="225" name="Google Shape;225;p3"/>
          <p:cNvGrpSpPr/>
          <p:nvPr/>
        </p:nvGrpSpPr>
        <p:grpSpPr>
          <a:xfrm>
            <a:off x="749040" y="3789394"/>
            <a:ext cx="1782763" cy="2138363"/>
            <a:chOff x="2327275" y="4273550"/>
            <a:chExt cx="1782763" cy="2138363"/>
          </a:xfrm>
        </p:grpSpPr>
        <p:pic>
          <p:nvPicPr>
            <p:cNvPr descr="Marina" id="226" name="Google Shape;226;p3"/>
            <p:cNvPicPr preferRelativeResize="0"/>
            <p:nvPr/>
          </p:nvPicPr>
          <p:blipFill rotWithShape="1">
            <a:blip r:embed="rId5">
              <a:alphaModFix/>
            </a:blip>
            <a:srcRect b="0" l="0" r="0" t="0"/>
            <a:stretch/>
          </p:blipFill>
          <p:spPr>
            <a:xfrm>
              <a:off x="2327275" y="4273550"/>
              <a:ext cx="1782763" cy="1782763"/>
            </a:xfrm>
            <a:prstGeom prst="rect">
              <a:avLst/>
            </a:prstGeom>
            <a:noFill/>
            <a:ln>
              <a:noFill/>
            </a:ln>
          </p:spPr>
        </p:pic>
        <p:sp>
          <p:nvSpPr>
            <p:cNvPr id="227" name="Google Shape;227;p3"/>
            <p:cNvSpPr/>
            <p:nvPr/>
          </p:nvSpPr>
          <p:spPr>
            <a:xfrm>
              <a:off x="2327275" y="6069013"/>
              <a:ext cx="1782763" cy="342900"/>
            </a:xfrm>
            <a:prstGeom prst="rect">
              <a:avLst/>
            </a:prstGeom>
            <a:noFill/>
            <a:ln>
              <a:noFill/>
            </a:ln>
          </p:spPr>
          <p:txBody>
            <a:bodyPr anchorCtr="0" anchor="ctr" bIns="45700" lIns="91425" spcFirstLastPara="1" rIns="91425" wrap="square" tIns="45700">
              <a:normAutofit/>
            </a:bodyPr>
            <a:lstStyle/>
            <a:p>
              <a:pPr indent="0" lvl="1" marL="171450" marR="0" rtl="0" algn="l">
                <a:spcBef>
                  <a:spcPts val="0"/>
                </a:spcBef>
                <a:spcAft>
                  <a:spcPts val="0"/>
                </a:spcAft>
                <a:buClr>
                  <a:srgbClr val="222222"/>
                </a:buClr>
                <a:buSzPts val="1480"/>
                <a:buFont typeface="Arial"/>
                <a:buNone/>
              </a:pPr>
              <a:r>
                <a:rPr b="0" i="0" lang="en-US" sz="1480" u="none" cap="none" strike="noStrike">
                  <a:solidFill>
                    <a:srgbClr val="222222"/>
                  </a:solidFill>
                  <a:latin typeface="Arial"/>
                  <a:ea typeface="Arial"/>
                  <a:cs typeface="Arial"/>
                  <a:sym typeface="Arial"/>
                </a:rPr>
                <a:t>Marina Rayman</a:t>
              </a:r>
              <a:endParaRPr/>
            </a:p>
          </p:txBody>
        </p:sp>
      </p:grpSp>
      <p:grpSp>
        <p:nvGrpSpPr>
          <p:cNvPr id="228" name="Google Shape;228;p3"/>
          <p:cNvGrpSpPr/>
          <p:nvPr/>
        </p:nvGrpSpPr>
        <p:grpSpPr>
          <a:xfrm>
            <a:off x="8937326" y="930243"/>
            <a:ext cx="1782763" cy="2138363"/>
            <a:chOff x="8080375" y="4273550"/>
            <a:chExt cx="1782763" cy="2138363"/>
          </a:xfrm>
        </p:grpSpPr>
        <p:pic>
          <p:nvPicPr>
            <p:cNvPr descr="Rod" id="229" name="Google Shape;229;p3"/>
            <p:cNvPicPr preferRelativeResize="0"/>
            <p:nvPr/>
          </p:nvPicPr>
          <p:blipFill rotWithShape="1">
            <a:blip r:embed="rId6">
              <a:alphaModFix/>
            </a:blip>
            <a:srcRect b="0" l="0" r="0" t="0"/>
            <a:stretch/>
          </p:blipFill>
          <p:spPr>
            <a:xfrm>
              <a:off x="8080375" y="4273550"/>
              <a:ext cx="1782763" cy="1782763"/>
            </a:xfrm>
            <a:prstGeom prst="ellipse">
              <a:avLst/>
            </a:prstGeom>
            <a:noFill/>
            <a:ln>
              <a:noFill/>
            </a:ln>
          </p:spPr>
        </p:pic>
        <p:sp>
          <p:nvSpPr>
            <p:cNvPr id="230" name="Google Shape;230;p3"/>
            <p:cNvSpPr/>
            <p:nvPr/>
          </p:nvSpPr>
          <p:spPr>
            <a:xfrm>
              <a:off x="8080375" y="6069013"/>
              <a:ext cx="1782763" cy="342900"/>
            </a:xfrm>
            <a:prstGeom prst="rect">
              <a:avLst/>
            </a:prstGeom>
            <a:noFill/>
            <a:ln>
              <a:noFill/>
            </a:ln>
          </p:spPr>
          <p:txBody>
            <a:bodyPr anchorCtr="0" anchor="ctr" bIns="45700" lIns="91425" spcFirstLastPara="1" rIns="91425" wrap="square" tIns="45700">
              <a:normAutofit/>
            </a:bodyPr>
            <a:lstStyle/>
            <a:p>
              <a:pPr indent="0" lvl="1" marL="171450" marR="0" rtl="0" algn="ctr">
                <a:spcBef>
                  <a:spcPts val="0"/>
                </a:spcBef>
                <a:spcAft>
                  <a:spcPts val="0"/>
                </a:spcAft>
                <a:buClr>
                  <a:srgbClr val="222222"/>
                </a:buClr>
                <a:buSzPts val="1600"/>
                <a:buFont typeface="Arial"/>
                <a:buNone/>
              </a:pPr>
              <a:r>
                <a:rPr b="0" i="0" lang="en-US" sz="1600" u="none" cap="none" strike="noStrike">
                  <a:solidFill>
                    <a:srgbClr val="222222"/>
                  </a:solidFill>
                  <a:latin typeface="Arial"/>
                  <a:ea typeface="Arial"/>
                  <a:cs typeface="Arial"/>
                  <a:sym typeface="Arial"/>
                </a:rPr>
                <a:t>Rod Mobini</a:t>
              </a:r>
              <a:endParaRPr/>
            </a:p>
          </p:txBody>
        </p:sp>
      </p:grpSp>
      <p:grpSp>
        <p:nvGrpSpPr>
          <p:cNvPr id="231" name="Google Shape;231;p3"/>
          <p:cNvGrpSpPr/>
          <p:nvPr/>
        </p:nvGrpSpPr>
        <p:grpSpPr>
          <a:xfrm>
            <a:off x="3485550" y="902094"/>
            <a:ext cx="1782763" cy="2138362"/>
            <a:chOff x="2327275" y="1919288"/>
            <a:chExt cx="1782763" cy="2138362"/>
          </a:xfrm>
        </p:grpSpPr>
        <p:pic>
          <p:nvPicPr>
            <p:cNvPr descr="Sara" id="232" name="Google Shape;232;p3"/>
            <p:cNvPicPr preferRelativeResize="0"/>
            <p:nvPr/>
          </p:nvPicPr>
          <p:blipFill rotWithShape="1">
            <a:blip r:embed="rId7">
              <a:alphaModFix/>
            </a:blip>
            <a:srcRect b="0" l="0" r="0" t="0"/>
            <a:stretch/>
          </p:blipFill>
          <p:spPr>
            <a:xfrm>
              <a:off x="2327275" y="1919288"/>
              <a:ext cx="1782763" cy="1782762"/>
            </a:xfrm>
            <a:prstGeom prst="ellipse">
              <a:avLst/>
            </a:prstGeom>
            <a:noFill/>
            <a:ln>
              <a:noFill/>
            </a:ln>
          </p:spPr>
        </p:pic>
        <p:sp>
          <p:nvSpPr>
            <p:cNvPr id="233" name="Google Shape;233;p3"/>
            <p:cNvSpPr/>
            <p:nvPr/>
          </p:nvSpPr>
          <p:spPr>
            <a:xfrm>
              <a:off x="2327275" y="3714750"/>
              <a:ext cx="1782763" cy="3429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0" i="0" lang="en-US" sz="1600" u="none" cap="none" strike="noStrike">
                  <a:solidFill>
                    <a:schemeClr val="dk1"/>
                  </a:solidFill>
                  <a:latin typeface="Arial"/>
                  <a:ea typeface="Arial"/>
                  <a:cs typeface="Arial"/>
                  <a:sym typeface="Arial"/>
                </a:rPr>
                <a:t>Sara Pardee</a:t>
              </a:r>
              <a:endParaRPr/>
            </a:p>
          </p:txBody>
        </p:sp>
      </p:grpSp>
      <p:grpSp>
        <p:nvGrpSpPr>
          <p:cNvPr id="234" name="Google Shape;234;p3"/>
          <p:cNvGrpSpPr/>
          <p:nvPr/>
        </p:nvGrpSpPr>
        <p:grpSpPr>
          <a:xfrm>
            <a:off x="6211438" y="907752"/>
            <a:ext cx="1782900" cy="2138362"/>
            <a:chOff x="8080375" y="1919288"/>
            <a:chExt cx="1782900" cy="2138362"/>
          </a:xfrm>
        </p:grpSpPr>
        <p:pic>
          <p:nvPicPr>
            <p:cNvPr id="235" name="Google Shape;235;p3"/>
            <p:cNvPicPr preferRelativeResize="0"/>
            <p:nvPr/>
          </p:nvPicPr>
          <p:blipFill rotWithShape="1">
            <a:blip r:embed="rId8">
              <a:alphaModFix/>
            </a:blip>
            <a:srcRect b="0" l="0" r="0" t="0"/>
            <a:stretch/>
          </p:blipFill>
          <p:spPr>
            <a:xfrm>
              <a:off x="8080375" y="1919288"/>
              <a:ext cx="1782762" cy="1782762"/>
            </a:xfrm>
            <a:prstGeom prst="ellipse">
              <a:avLst/>
            </a:prstGeom>
            <a:noFill/>
            <a:ln>
              <a:noFill/>
            </a:ln>
          </p:spPr>
        </p:pic>
        <p:sp>
          <p:nvSpPr>
            <p:cNvPr id="236" name="Google Shape;236;p3"/>
            <p:cNvSpPr/>
            <p:nvPr/>
          </p:nvSpPr>
          <p:spPr>
            <a:xfrm>
              <a:off x="8080375" y="3714750"/>
              <a:ext cx="1782900" cy="342900"/>
            </a:xfrm>
            <a:prstGeom prst="ellipse">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None/>
              </a:pPr>
              <a:r>
                <a:rPr b="0" i="0" lang="en-US" sz="1120" u="none" cap="none" strike="noStrike">
                  <a:solidFill>
                    <a:srgbClr val="222222"/>
                  </a:solidFill>
                  <a:latin typeface="Arial"/>
                  <a:ea typeface="Arial"/>
                  <a:cs typeface="Arial"/>
                  <a:sym typeface="Arial"/>
                </a:rPr>
                <a:t>Sofia Fernandez</a:t>
              </a:r>
              <a:endParaRPr b="0" i="0" sz="1120" u="none" cap="none" strike="noStrike">
                <a:solidFill>
                  <a:schemeClr val="dk1"/>
                </a:solidFill>
                <a:latin typeface="Arial"/>
                <a:ea typeface="Arial"/>
                <a:cs typeface="Arial"/>
                <a:sym typeface="Arial"/>
              </a:endParaRPr>
            </a:p>
          </p:txBody>
        </p:sp>
      </p:grpSp>
      <p:grpSp>
        <p:nvGrpSpPr>
          <p:cNvPr id="237" name="Google Shape;237;p3"/>
          <p:cNvGrpSpPr/>
          <p:nvPr/>
        </p:nvGrpSpPr>
        <p:grpSpPr>
          <a:xfrm>
            <a:off x="8926704" y="3789394"/>
            <a:ext cx="1782763" cy="2138363"/>
            <a:chOff x="2327275" y="4273550"/>
            <a:chExt cx="1782763" cy="2138363"/>
          </a:xfrm>
        </p:grpSpPr>
        <p:pic>
          <p:nvPicPr>
            <p:cNvPr descr="Theo" id="238" name="Google Shape;238;p3"/>
            <p:cNvPicPr preferRelativeResize="0"/>
            <p:nvPr/>
          </p:nvPicPr>
          <p:blipFill rotWithShape="1">
            <a:blip r:embed="rId9">
              <a:alphaModFix/>
            </a:blip>
            <a:srcRect b="0" l="0" r="0" t="0"/>
            <a:stretch/>
          </p:blipFill>
          <p:spPr>
            <a:xfrm>
              <a:off x="2327275" y="4273550"/>
              <a:ext cx="1782763" cy="1782763"/>
            </a:xfrm>
            <a:prstGeom prst="ellipse">
              <a:avLst/>
            </a:prstGeom>
            <a:noFill/>
            <a:ln>
              <a:noFill/>
            </a:ln>
          </p:spPr>
        </p:pic>
        <p:sp>
          <p:nvSpPr>
            <p:cNvPr id="239" name="Google Shape;239;p3"/>
            <p:cNvSpPr/>
            <p:nvPr/>
          </p:nvSpPr>
          <p:spPr>
            <a:xfrm>
              <a:off x="2327275" y="6069013"/>
              <a:ext cx="1782763" cy="3429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None/>
              </a:pPr>
              <a:r>
                <a:rPr b="0" i="0" lang="en-US" sz="1600" u="none" cap="none" strike="noStrike">
                  <a:solidFill>
                    <a:srgbClr val="222222"/>
                  </a:solidFill>
                  <a:latin typeface="Arial"/>
                  <a:ea typeface="Arial"/>
                  <a:cs typeface="Arial"/>
                  <a:sym typeface="Arial"/>
                </a:rPr>
                <a:t>Theo Manton</a:t>
              </a:r>
              <a:endParaRPr/>
            </a:p>
          </p:txBody>
        </p:sp>
      </p:grpSp>
      <p:grpSp>
        <p:nvGrpSpPr>
          <p:cNvPr id="240" name="Google Shape;240;p3"/>
          <p:cNvGrpSpPr/>
          <p:nvPr/>
        </p:nvGrpSpPr>
        <p:grpSpPr>
          <a:xfrm>
            <a:off x="6230112" y="3789394"/>
            <a:ext cx="1782763" cy="2138363"/>
            <a:chOff x="8080375" y="4273550"/>
            <a:chExt cx="1782763" cy="2138363"/>
          </a:xfrm>
        </p:grpSpPr>
        <p:pic>
          <p:nvPicPr>
            <p:cNvPr descr="Yujia" id="241" name="Google Shape;241;p3"/>
            <p:cNvPicPr preferRelativeResize="0"/>
            <p:nvPr/>
          </p:nvPicPr>
          <p:blipFill rotWithShape="1">
            <a:blip r:embed="rId10">
              <a:alphaModFix/>
            </a:blip>
            <a:srcRect b="0" l="0" r="0" t="0"/>
            <a:stretch/>
          </p:blipFill>
          <p:spPr>
            <a:xfrm>
              <a:off x="8080375" y="4273550"/>
              <a:ext cx="1782763" cy="1782763"/>
            </a:xfrm>
            <a:prstGeom prst="ellipse">
              <a:avLst/>
            </a:prstGeom>
            <a:noFill/>
            <a:ln>
              <a:noFill/>
            </a:ln>
          </p:spPr>
        </p:pic>
        <p:sp>
          <p:nvSpPr>
            <p:cNvPr id="242" name="Google Shape;242;p3"/>
            <p:cNvSpPr/>
            <p:nvPr/>
          </p:nvSpPr>
          <p:spPr>
            <a:xfrm>
              <a:off x="8080375" y="6069013"/>
              <a:ext cx="1782763" cy="342900"/>
            </a:xfrm>
            <a:prstGeom prst="ellipse">
              <a:avLst/>
            </a:prstGeom>
            <a:noFill/>
            <a:ln>
              <a:noFill/>
            </a:ln>
          </p:spPr>
          <p:txBody>
            <a:bodyPr anchorCtr="0" anchor="ctr" bIns="45700" lIns="91425" spcFirstLastPara="1" rIns="91425" wrap="square" tIns="45700">
              <a:normAutofit/>
            </a:bodyPr>
            <a:lstStyle/>
            <a:p>
              <a:pPr indent="0" lvl="1" marL="171450" marR="0" rtl="0" algn="ctr">
                <a:lnSpc>
                  <a:spcPct val="80000"/>
                </a:lnSpc>
                <a:spcBef>
                  <a:spcPts val="0"/>
                </a:spcBef>
                <a:spcAft>
                  <a:spcPts val="0"/>
                </a:spcAft>
                <a:buClr>
                  <a:srgbClr val="222222"/>
                </a:buClr>
                <a:buSzPts val="1240"/>
                <a:buFont typeface="Arial"/>
                <a:buNone/>
              </a:pPr>
              <a:r>
                <a:rPr b="0" i="0" lang="en-US" sz="1200" u="none" cap="none" strike="noStrike">
                  <a:solidFill>
                    <a:srgbClr val="222222"/>
                  </a:solidFill>
                  <a:latin typeface="Arial"/>
                  <a:ea typeface="Arial"/>
                  <a:cs typeface="Arial"/>
                  <a:sym typeface="Arial"/>
                </a:rPr>
                <a:t>Yujia Han</a:t>
              </a:r>
              <a:endParaRPr sz="1200"/>
            </a:p>
          </p:txBody>
        </p:sp>
      </p:grpSp>
      <p:sp>
        <p:nvSpPr>
          <p:cNvPr id="243" name="Google Shape;243;p3"/>
          <p:cNvSpPr txBox="1"/>
          <p:nvPr>
            <p:ph idx="12" type="sldNum"/>
          </p:nvPr>
        </p:nvSpPr>
        <p:spPr>
          <a:xfrm>
            <a:off x="10977372" y="6021926"/>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
        <p:nvSpPr>
          <p:cNvPr id="244" name="Google Shape;244;p3"/>
          <p:cNvSpPr txBox="1"/>
          <p:nvPr/>
        </p:nvSpPr>
        <p:spPr>
          <a:xfrm>
            <a:off x="3485550" y="5927750"/>
            <a:ext cx="1939500" cy="846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00" u="none" cap="none" strike="noStrike">
                <a:solidFill>
                  <a:srgbClr val="1D1C1D"/>
                </a:solidFill>
                <a:latin typeface="Lato"/>
                <a:ea typeface="Lato"/>
                <a:cs typeface="Lato"/>
                <a:sym typeface="Lato"/>
              </a:rPr>
              <a:t>Operations strategist with consulting experience for financial service organizations, project management and finance operations</a:t>
            </a:r>
            <a:endParaRPr b="0" i="0" sz="1100" u="none" cap="none" strike="noStrike">
              <a:solidFill>
                <a:schemeClr val="lt2"/>
              </a:solidFill>
              <a:latin typeface="Arial"/>
              <a:ea typeface="Arial"/>
              <a:cs typeface="Arial"/>
              <a:sym typeface="Arial"/>
            </a:endParaRPr>
          </a:p>
        </p:txBody>
      </p:sp>
      <p:sp>
        <p:nvSpPr>
          <p:cNvPr id="245" name="Google Shape;245;p3"/>
          <p:cNvSpPr txBox="1"/>
          <p:nvPr/>
        </p:nvSpPr>
        <p:spPr>
          <a:xfrm>
            <a:off x="308689" y="5942068"/>
            <a:ext cx="2681475" cy="84638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00" u="none" cap="none" strike="noStrike">
                <a:solidFill>
                  <a:srgbClr val="19283A"/>
                </a:solidFill>
                <a:highlight>
                  <a:srgbClr val="FFFFFF"/>
                </a:highlight>
                <a:latin typeface="Arial"/>
                <a:ea typeface="Arial"/>
                <a:cs typeface="Arial"/>
                <a:sym typeface="Arial"/>
              </a:rPr>
              <a:t>Senior strategist</a:t>
            </a:r>
            <a:r>
              <a:rPr b="0" i="0" lang="en-US" sz="1100" u="none" cap="none" strike="noStrike">
                <a:solidFill>
                  <a:srgbClr val="1D1C1D"/>
                </a:solidFill>
                <a:latin typeface="Lato"/>
                <a:ea typeface="Lato"/>
                <a:cs typeface="Lato"/>
                <a:sym typeface="Lato"/>
              </a:rPr>
              <a:t> with diverse financial services experience across public and private asset classes, product advocacy, business management, technology and senior stakeholder engagement.</a:t>
            </a:r>
            <a:endParaRPr b="0" i="0" sz="1100" u="none" cap="none" strike="noStrike">
              <a:solidFill>
                <a:schemeClr val="lt2"/>
              </a:solidFill>
              <a:latin typeface="Arial"/>
              <a:ea typeface="Arial"/>
              <a:cs typeface="Arial"/>
              <a:sym typeface="Arial"/>
            </a:endParaRPr>
          </a:p>
        </p:txBody>
      </p:sp>
      <p:sp>
        <p:nvSpPr>
          <p:cNvPr id="246" name="Google Shape;246;p3"/>
          <p:cNvSpPr txBox="1"/>
          <p:nvPr/>
        </p:nvSpPr>
        <p:spPr>
          <a:xfrm>
            <a:off x="6229950" y="5962826"/>
            <a:ext cx="1753500" cy="677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0" lang="en-US" sz="1100" u="none" cap="none" strike="noStrike">
                <a:solidFill>
                  <a:schemeClr val="dk1"/>
                </a:solidFill>
                <a:latin typeface="Lato"/>
                <a:ea typeface="Lato"/>
                <a:cs typeface="Lato"/>
                <a:sym typeface="Lato"/>
              </a:rPr>
              <a:t>Researcher specializing in sustainable finance, energy policy, and development economics.</a:t>
            </a:r>
            <a:endParaRPr i="0" sz="1100" u="none" cap="none" strike="noStrike">
              <a:solidFill>
                <a:schemeClr val="lt2"/>
              </a:solidFill>
              <a:latin typeface="Lato"/>
              <a:ea typeface="Lato"/>
              <a:cs typeface="Lato"/>
              <a:sym typeface="Lato"/>
            </a:endParaRPr>
          </a:p>
        </p:txBody>
      </p:sp>
      <p:sp>
        <p:nvSpPr>
          <p:cNvPr id="247" name="Google Shape;247;p3"/>
          <p:cNvSpPr txBox="1"/>
          <p:nvPr/>
        </p:nvSpPr>
        <p:spPr>
          <a:xfrm>
            <a:off x="6255300" y="3090823"/>
            <a:ext cx="1753500" cy="677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0" lang="en-US" sz="1100" u="none" cap="none" strike="noStrike">
                <a:solidFill>
                  <a:srgbClr val="1D1C1D"/>
                </a:solidFill>
                <a:latin typeface="Lato"/>
                <a:ea typeface="Lato"/>
                <a:cs typeface="Lato"/>
                <a:sym typeface="Lato"/>
              </a:rPr>
              <a:t>Software engineer with experience in </a:t>
            </a:r>
            <a:r>
              <a:rPr i="0" lang="en-US" sz="1100" u="none" cap="none" strike="noStrike">
                <a:solidFill>
                  <a:srgbClr val="19283A"/>
                </a:solidFill>
                <a:highlight>
                  <a:srgbClr val="FFFFFF"/>
                </a:highlight>
                <a:latin typeface="Lato"/>
                <a:ea typeface="Lato"/>
                <a:cs typeface="Lato"/>
                <a:sym typeface="Lato"/>
              </a:rPr>
              <a:t>big tech, looking to transition into climate tech</a:t>
            </a:r>
            <a:r>
              <a:rPr i="0" lang="en-US" sz="1100" u="none" cap="none" strike="noStrike">
                <a:solidFill>
                  <a:srgbClr val="1D1C1D"/>
                </a:solidFill>
                <a:latin typeface="Lato"/>
                <a:ea typeface="Lato"/>
                <a:cs typeface="Lato"/>
                <a:sym typeface="Lato"/>
              </a:rPr>
              <a:t> </a:t>
            </a:r>
            <a:endParaRPr i="0" sz="1100" u="none" cap="none" strike="noStrike">
              <a:solidFill>
                <a:schemeClr val="lt2"/>
              </a:solidFill>
              <a:latin typeface="Lato"/>
              <a:ea typeface="Lato"/>
              <a:cs typeface="Lato"/>
              <a:sym typeface="Lato"/>
            </a:endParaRPr>
          </a:p>
        </p:txBody>
      </p:sp>
      <p:sp>
        <p:nvSpPr>
          <p:cNvPr id="248" name="Google Shape;248;p3"/>
          <p:cNvSpPr txBox="1"/>
          <p:nvPr/>
        </p:nvSpPr>
        <p:spPr>
          <a:xfrm>
            <a:off x="8941270" y="5978906"/>
            <a:ext cx="1753629" cy="50783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00" u="none" cap="none" strike="noStrike">
                <a:solidFill>
                  <a:srgbClr val="1D1C1D"/>
                </a:solidFill>
                <a:latin typeface="Lato"/>
                <a:ea typeface="Lato"/>
                <a:cs typeface="Lato"/>
                <a:sym typeface="Lato"/>
              </a:rPr>
              <a:t>F</a:t>
            </a:r>
            <a:r>
              <a:rPr b="0" i="0" lang="en-US" sz="1100" u="none" cap="none" strike="noStrike">
                <a:solidFill>
                  <a:schemeClr val="dk1"/>
                </a:solidFill>
                <a:latin typeface="Arial"/>
                <a:ea typeface="Arial"/>
                <a:cs typeface="Arial"/>
                <a:sym typeface="Arial"/>
              </a:rPr>
              <a:t>rontend-leaning software engineer with a strong sense of design. </a:t>
            </a:r>
            <a:endParaRPr b="0" i="0" sz="1100" u="none" cap="none" strike="noStrike">
              <a:solidFill>
                <a:schemeClr val="lt2"/>
              </a:solidFill>
              <a:latin typeface="Arial"/>
              <a:ea typeface="Arial"/>
              <a:cs typeface="Arial"/>
              <a:sym typeface="Arial"/>
            </a:endParaRPr>
          </a:p>
        </p:txBody>
      </p:sp>
      <p:sp>
        <p:nvSpPr>
          <p:cNvPr id="249" name="Google Shape;249;p3"/>
          <p:cNvSpPr txBox="1"/>
          <p:nvPr/>
        </p:nvSpPr>
        <p:spPr>
          <a:xfrm>
            <a:off x="8966460" y="3099810"/>
            <a:ext cx="1753500" cy="677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0" lang="en-US" sz="1100" u="none" cap="none" strike="noStrike">
                <a:solidFill>
                  <a:srgbClr val="19283A"/>
                </a:solidFill>
                <a:highlight>
                  <a:srgbClr val="FFFFFF"/>
                </a:highlight>
                <a:latin typeface="Lato"/>
                <a:ea typeface="Lato"/>
                <a:cs typeface="Lato"/>
                <a:sym typeface="Lato"/>
              </a:rPr>
              <a:t>Engineering leader dedicated to using teamwork, science, and technology.</a:t>
            </a:r>
            <a:endParaRPr i="0" sz="1100" u="none" cap="none" strike="noStrike">
              <a:solidFill>
                <a:schemeClr val="lt2"/>
              </a:solidFill>
              <a:latin typeface="Lato"/>
              <a:ea typeface="Lato"/>
              <a:cs typeface="Lato"/>
              <a:sym typeface="Lato"/>
            </a:endParaRPr>
          </a:p>
        </p:txBody>
      </p:sp>
      <p:sp>
        <p:nvSpPr>
          <p:cNvPr id="250" name="Google Shape;250;p3"/>
          <p:cNvSpPr txBox="1"/>
          <p:nvPr/>
        </p:nvSpPr>
        <p:spPr>
          <a:xfrm>
            <a:off x="3369165" y="3013651"/>
            <a:ext cx="2055900" cy="677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0" lang="en-US" sz="1100" u="none" cap="none" strike="noStrike">
                <a:solidFill>
                  <a:srgbClr val="19283A"/>
                </a:solidFill>
                <a:highlight>
                  <a:srgbClr val="FFFFFF"/>
                </a:highlight>
                <a:latin typeface="Lato"/>
                <a:ea typeface="Lato"/>
                <a:cs typeface="Lato"/>
                <a:sym typeface="Lato"/>
              </a:rPr>
              <a:t>Recent graduate from Johns Hopkins with a focus on mechanical and environmental engineering.</a:t>
            </a:r>
            <a:endParaRPr i="0" sz="1100" u="none" cap="none" strike="noStrike">
              <a:solidFill>
                <a:schemeClr val="lt2"/>
              </a:solidFill>
              <a:latin typeface="Lato"/>
              <a:ea typeface="Lato"/>
              <a:cs typeface="Lato"/>
              <a:sym typeface="Lato"/>
            </a:endParaRPr>
          </a:p>
        </p:txBody>
      </p:sp>
      <p:sp>
        <p:nvSpPr>
          <p:cNvPr id="251" name="Google Shape;251;p3"/>
          <p:cNvSpPr txBox="1"/>
          <p:nvPr/>
        </p:nvSpPr>
        <p:spPr>
          <a:xfrm>
            <a:off x="666951" y="3046000"/>
            <a:ext cx="2115000" cy="677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0" lang="en-US" sz="1100" u="none" cap="none" strike="noStrike">
                <a:solidFill>
                  <a:srgbClr val="19283A"/>
                </a:solidFill>
                <a:highlight>
                  <a:srgbClr val="FFFFFF"/>
                </a:highlight>
                <a:latin typeface="Lato"/>
                <a:ea typeface="Lato"/>
                <a:cs typeface="Lato"/>
                <a:sym typeface="Lato"/>
              </a:rPr>
              <a:t>User experience researcher, human factors engineer, and educator with experience across the medical technology sector.</a:t>
            </a:r>
            <a:endParaRPr i="0" sz="1100" u="none" cap="none" strike="noStrike">
              <a:solidFill>
                <a:schemeClr val="lt2"/>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4"/>
          <p:cNvPicPr preferRelativeResize="0"/>
          <p:nvPr>
            <p:ph idx="2" type="body"/>
          </p:nvPr>
        </p:nvPicPr>
        <p:blipFill rotWithShape="1">
          <a:blip r:embed="rId3">
            <a:alphaModFix/>
          </a:blip>
          <a:srcRect b="0" l="0" r="0" t="0"/>
          <a:stretch/>
        </p:blipFill>
        <p:spPr>
          <a:xfrm rot="5400000">
            <a:off x="937047" y="1890212"/>
            <a:ext cx="4873625" cy="3653308"/>
          </a:xfrm>
          <a:prstGeom prst="rect">
            <a:avLst/>
          </a:prstGeom>
          <a:noFill/>
          <a:ln>
            <a:noFill/>
          </a:ln>
        </p:spPr>
      </p:pic>
      <p:pic>
        <p:nvPicPr>
          <p:cNvPr id="258" name="Google Shape;258;p4"/>
          <p:cNvPicPr preferRelativeResize="0"/>
          <p:nvPr>
            <p:ph idx="1" type="body"/>
          </p:nvPr>
        </p:nvPicPr>
        <p:blipFill rotWithShape="1">
          <a:blip r:embed="rId4">
            <a:alphaModFix/>
          </a:blip>
          <a:srcRect b="1851" l="3034" r="3428" t="7160"/>
          <a:stretch/>
        </p:blipFill>
        <p:spPr>
          <a:xfrm>
            <a:off x="6869220" y="1280053"/>
            <a:ext cx="3791502" cy="4919663"/>
          </a:xfrm>
          <a:prstGeom prst="rect">
            <a:avLst/>
          </a:prstGeom>
          <a:noFill/>
          <a:ln cap="flat" cmpd="sng" w="9525">
            <a:solidFill>
              <a:srgbClr val="C00000"/>
            </a:solidFill>
            <a:prstDash val="dash"/>
            <a:round/>
            <a:headEnd len="sm" w="sm" type="none"/>
            <a:tailEnd len="sm" w="sm" type="none"/>
          </a:ln>
        </p:spPr>
      </p:pic>
      <p:sp>
        <p:nvSpPr>
          <p:cNvPr id="259" name="Google Shape;259;p4"/>
          <p:cNvSpPr/>
          <p:nvPr/>
        </p:nvSpPr>
        <p:spPr>
          <a:xfrm>
            <a:off x="2386585" y="1863681"/>
            <a:ext cx="475148" cy="606513"/>
          </a:xfrm>
          <a:prstGeom prst="rect">
            <a:avLst/>
          </a:prstGeom>
          <a:noFill/>
          <a:ln cap="flat" cmpd="sng" w="12700">
            <a:solidFill>
              <a:srgbClr val="C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200" u="none" cap="none" strike="noStrike">
              <a:solidFill>
                <a:schemeClr val="lt1"/>
              </a:solidFill>
              <a:latin typeface="Arial"/>
              <a:ea typeface="Arial"/>
              <a:cs typeface="Arial"/>
              <a:sym typeface="Arial"/>
            </a:endParaRPr>
          </a:p>
        </p:txBody>
      </p:sp>
      <p:cxnSp>
        <p:nvCxnSpPr>
          <p:cNvPr id="260" name="Google Shape;260;p4"/>
          <p:cNvCxnSpPr/>
          <p:nvPr/>
        </p:nvCxnSpPr>
        <p:spPr>
          <a:xfrm flipH="1">
            <a:off x="2386585" y="1280053"/>
            <a:ext cx="4482634" cy="583628"/>
          </a:xfrm>
          <a:prstGeom prst="straightConnector1">
            <a:avLst/>
          </a:prstGeom>
          <a:noFill/>
          <a:ln cap="flat" cmpd="sng" w="12700">
            <a:solidFill>
              <a:srgbClr val="C00000"/>
            </a:solidFill>
            <a:prstDash val="dash"/>
            <a:round/>
            <a:headEnd len="sm" w="sm" type="none"/>
            <a:tailEnd len="sm" w="sm" type="none"/>
          </a:ln>
        </p:spPr>
      </p:cxnSp>
      <p:cxnSp>
        <p:nvCxnSpPr>
          <p:cNvPr id="261" name="Google Shape;261;p4"/>
          <p:cNvCxnSpPr/>
          <p:nvPr/>
        </p:nvCxnSpPr>
        <p:spPr>
          <a:xfrm>
            <a:off x="2386585" y="2470194"/>
            <a:ext cx="4482634" cy="3729522"/>
          </a:xfrm>
          <a:prstGeom prst="straightConnector1">
            <a:avLst/>
          </a:prstGeom>
          <a:noFill/>
          <a:ln cap="flat" cmpd="sng" w="12700">
            <a:solidFill>
              <a:srgbClr val="C00000"/>
            </a:solidFill>
            <a:prstDash val="dash"/>
            <a:round/>
            <a:headEnd len="sm" w="sm" type="none"/>
            <a:tailEnd len="sm" w="sm" type="none"/>
          </a:ln>
        </p:spPr>
      </p:cxnSp>
      <p:sp>
        <p:nvSpPr>
          <p:cNvPr id="262" name="Google Shape;262;p4"/>
          <p:cNvSpPr txBox="1"/>
          <p:nvPr>
            <p:ph type="title"/>
          </p:nvPr>
        </p:nvSpPr>
        <p:spPr>
          <a:xfrm>
            <a:off x="795527" y="365760"/>
            <a:ext cx="5184648" cy="8138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700"/>
              <a:buFont typeface="Arial"/>
              <a:buNone/>
            </a:pPr>
            <a:br>
              <a:rPr lang="en-US"/>
            </a:br>
            <a:endParaRPr/>
          </a:p>
        </p:txBody>
      </p:sp>
      <p:sp>
        <p:nvSpPr>
          <p:cNvPr id="263" name="Google Shape;263;p4"/>
          <p:cNvSpPr txBox="1"/>
          <p:nvPr/>
        </p:nvSpPr>
        <p:spPr>
          <a:xfrm>
            <a:off x="795528" y="365125"/>
            <a:ext cx="10597896" cy="813816"/>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Inspiration</a:t>
            </a:r>
            <a:endParaRPr/>
          </a:p>
        </p:txBody>
      </p:sp>
      <p:sp>
        <p:nvSpPr>
          <p:cNvPr id="264" name="Google Shape;264;p4"/>
          <p:cNvSpPr txBox="1"/>
          <p:nvPr>
            <p:ph idx="12" type="sldNum"/>
          </p:nvPr>
        </p:nvSpPr>
        <p:spPr>
          <a:xfrm>
            <a:off x="10977372" y="6021926"/>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
          <p:cNvSpPr txBox="1"/>
          <p:nvPr>
            <p:ph type="title"/>
          </p:nvPr>
        </p:nvSpPr>
        <p:spPr>
          <a:xfrm>
            <a:off x="795526" y="365759"/>
            <a:ext cx="10667779" cy="1192107"/>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800"/>
              <a:buFont typeface="Arial"/>
              <a:buNone/>
            </a:pPr>
            <a:r>
              <a:rPr lang="en-US" sz="2800"/>
              <a:t>About </a:t>
            </a:r>
            <a:r>
              <a:rPr lang="en-US" sz="2800">
                <a:solidFill>
                  <a:srgbClr val="C00000"/>
                </a:solidFill>
              </a:rPr>
              <a:t>two thirds </a:t>
            </a:r>
            <a:r>
              <a:rPr lang="en-US" sz="2800"/>
              <a:t>of greenhouse gas emissions in NYC come from buildings. </a:t>
            </a:r>
            <a:endParaRPr/>
          </a:p>
        </p:txBody>
      </p:sp>
      <p:sp>
        <p:nvSpPr>
          <p:cNvPr id="271" name="Google Shape;271;p5"/>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grpSp>
        <p:nvGrpSpPr>
          <p:cNvPr id="272" name="Google Shape;272;p5"/>
          <p:cNvGrpSpPr/>
          <p:nvPr/>
        </p:nvGrpSpPr>
        <p:grpSpPr>
          <a:xfrm>
            <a:off x="2949413" y="1557866"/>
            <a:ext cx="6293173" cy="5010407"/>
            <a:chOff x="2949413" y="1557866"/>
            <a:chExt cx="6293173" cy="5010407"/>
          </a:xfrm>
        </p:grpSpPr>
        <p:pic>
          <p:nvPicPr>
            <p:cNvPr id="273" name="Google Shape;273;p5"/>
            <p:cNvPicPr preferRelativeResize="0"/>
            <p:nvPr/>
          </p:nvPicPr>
          <p:blipFill rotWithShape="1">
            <a:blip r:embed="rId3">
              <a:alphaModFix/>
            </a:blip>
            <a:srcRect b="0" l="0" r="0" t="0"/>
            <a:stretch/>
          </p:blipFill>
          <p:spPr>
            <a:xfrm>
              <a:off x="2949413" y="1557866"/>
              <a:ext cx="6293173" cy="5010407"/>
            </a:xfrm>
            <a:prstGeom prst="rect">
              <a:avLst/>
            </a:prstGeom>
            <a:noFill/>
            <a:ln>
              <a:noFill/>
            </a:ln>
          </p:spPr>
        </p:pic>
        <p:sp>
          <p:nvSpPr>
            <p:cNvPr id="274" name="Google Shape;274;p5"/>
            <p:cNvSpPr/>
            <p:nvPr/>
          </p:nvSpPr>
          <p:spPr>
            <a:xfrm>
              <a:off x="3015857" y="2162418"/>
              <a:ext cx="4032069" cy="4093029"/>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6"/>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19283A"/>
              </a:buClr>
              <a:buSzPts val="2800"/>
              <a:buFont typeface="Arial"/>
              <a:buNone/>
            </a:pPr>
            <a:r>
              <a:rPr b="1" i="0" lang="en-US" sz="2800">
                <a:solidFill>
                  <a:srgbClr val="19283A"/>
                </a:solidFill>
                <a:highlight>
                  <a:srgbClr val="FFFFFF"/>
                </a:highlight>
                <a:latin typeface="Arial"/>
                <a:ea typeface="Arial"/>
                <a:cs typeface="Arial"/>
                <a:sym typeface="Arial"/>
              </a:rPr>
              <a:t>Most buildings </a:t>
            </a:r>
            <a:r>
              <a:rPr b="1" i="0" lang="en-US" sz="2800">
                <a:solidFill>
                  <a:srgbClr val="C00000"/>
                </a:solidFill>
                <a:highlight>
                  <a:srgbClr val="FFFFFF"/>
                </a:highlight>
                <a:latin typeface="Arial"/>
                <a:ea typeface="Arial"/>
                <a:cs typeface="Arial"/>
                <a:sym typeface="Arial"/>
              </a:rPr>
              <a:t>do </a:t>
            </a:r>
            <a:r>
              <a:rPr lang="en-US" sz="2800">
                <a:solidFill>
                  <a:srgbClr val="C00000"/>
                </a:solidFill>
                <a:highlight>
                  <a:srgbClr val="FFFFFF"/>
                </a:highlight>
              </a:rPr>
              <a:t>not meet NYC emissions limits.</a:t>
            </a:r>
            <a:endParaRPr/>
          </a:p>
        </p:txBody>
      </p:sp>
      <p:sp>
        <p:nvSpPr>
          <p:cNvPr id="281" name="Google Shape;281;p6"/>
          <p:cNvSpPr/>
          <p:nvPr/>
        </p:nvSpPr>
        <p:spPr>
          <a:xfrm>
            <a:off x="7646414" y="1021044"/>
            <a:ext cx="2542989" cy="2294745"/>
          </a:xfrm>
          <a:prstGeom prst="roundRect">
            <a:avLst>
              <a:gd fmla="val 16667" name="adj"/>
            </a:avLst>
          </a:prstGeom>
          <a:solidFill>
            <a:srgbClr val="C00000">
              <a:alpha val="21960"/>
            </a:srgbClr>
          </a:solidFill>
          <a:ln cap="flat" cmpd="sng" w="952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7200" u="none" cap="none" strike="noStrike">
                <a:solidFill>
                  <a:schemeClr val="dk2"/>
                </a:solidFill>
                <a:latin typeface="Arial"/>
                <a:ea typeface="Arial"/>
                <a:cs typeface="Arial"/>
                <a:sym typeface="Arial"/>
              </a:rPr>
              <a:t>65%</a:t>
            </a:r>
            <a:endParaRPr/>
          </a:p>
          <a:p>
            <a:pPr indent="0" lvl="0" marL="0" marR="0" rtl="0" algn="ctr">
              <a:spcBef>
                <a:spcPts val="0"/>
              </a:spcBef>
              <a:spcAft>
                <a:spcPts val="0"/>
              </a:spcAft>
              <a:buNone/>
            </a:pPr>
            <a:r>
              <a:t/>
            </a:r>
            <a:endParaRPr b="0" i="0" sz="1200" u="none" cap="none" strike="noStrike">
              <a:solidFill>
                <a:schemeClr val="dk2"/>
              </a:solidFill>
              <a:latin typeface="Arial"/>
              <a:ea typeface="Arial"/>
              <a:cs typeface="Arial"/>
              <a:sym typeface="Arial"/>
            </a:endParaRPr>
          </a:p>
          <a:p>
            <a:pPr indent="0" lvl="0" marL="0" marR="0" rtl="0" algn="ctr">
              <a:spcBef>
                <a:spcPts val="0"/>
              </a:spcBef>
              <a:spcAft>
                <a:spcPts val="0"/>
              </a:spcAft>
              <a:buNone/>
            </a:pPr>
            <a:r>
              <a:rPr b="0" i="0" lang="en-US" sz="1600" u="none" cap="none" strike="noStrike">
                <a:solidFill>
                  <a:schemeClr val="dk2"/>
                </a:solidFill>
                <a:latin typeface="Arial"/>
                <a:ea typeface="Arial"/>
                <a:cs typeface="Arial"/>
                <a:sym typeface="Arial"/>
              </a:rPr>
              <a:t>Of all buildings in NYC </a:t>
            </a:r>
            <a:r>
              <a:rPr b="1" i="0" lang="en-US" sz="1600" u="none" cap="none" strike="noStrike">
                <a:solidFill>
                  <a:schemeClr val="dk2"/>
                </a:solidFill>
                <a:latin typeface="Arial"/>
                <a:ea typeface="Arial"/>
                <a:cs typeface="Arial"/>
                <a:sym typeface="Arial"/>
              </a:rPr>
              <a:t>do not</a:t>
            </a:r>
            <a:r>
              <a:rPr b="0" i="0" lang="en-US" sz="1600" u="none" cap="none" strike="noStrike">
                <a:solidFill>
                  <a:schemeClr val="dk2"/>
                </a:solidFill>
                <a:latin typeface="Arial"/>
                <a:ea typeface="Arial"/>
                <a:cs typeface="Arial"/>
                <a:sym typeface="Arial"/>
              </a:rPr>
              <a:t> meet 2030 emissions limits</a:t>
            </a:r>
            <a:r>
              <a:rPr b="0" i="0" lang="en-US" sz="1400" u="none" cap="none" strike="noStrike">
                <a:solidFill>
                  <a:schemeClr val="dk2"/>
                </a:solidFill>
                <a:latin typeface="Arial"/>
                <a:ea typeface="Arial"/>
                <a:cs typeface="Arial"/>
                <a:sym typeface="Arial"/>
              </a:rPr>
              <a:t>.</a:t>
            </a:r>
            <a:endParaRPr/>
          </a:p>
        </p:txBody>
      </p:sp>
      <p:sp>
        <p:nvSpPr>
          <p:cNvPr id="282" name="Google Shape;282;p6"/>
          <p:cNvSpPr txBox="1"/>
          <p:nvPr>
            <p:ph idx="1" type="body"/>
          </p:nvPr>
        </p:nvSpPr>
        <p:spPr>
          <a:xfrm>
            <a:off x="795528" y="1301178"/>
            <a:ext cx="4672825" cy="4873752"/>
          </a:xfrm>
          <a:prstGeom prst="rect">
            <a:avLst/>
          </a:prstGeom>
          <a:noFill/>
          <a:ln>
            <a:noFill/>
          </a:ln>
        </p:spPr>
        <p:txBody>
          <a:bodyPr anchorCtr="0" anchor="t" bIns="0" lIns="0" spcFirstLastPara="1" rIns="0" wrap="square" tIns="0">
            <a:normAutofit fontScale="92500" lnSpcReduction="20000"/>
          </a:bodyPr>
          <a:lstStyle/>
          <a:p>
            <a:pPr indent="0" lvl="0" marL="0" rtl="0" algn="l">
              <a:lnSpc>
                <a:spcPct val="107000"/>
              </a:lnSpc>
              <a:spcBef>
                <a:spcPts val="0"/>
              </a:spcBef>
              <a:spcAft>
                <a:spcPts val="0"/>
              </a:spcAft>
              <a:buClr>
                <a:schemeClr val="dk2"/>
              </a:buClr>
              <a:buSzPct val="100000"/>
              <a:buFont typeface="Calibri"/>
              <a:buNone/>
            </a:pPr>
            <a:r>
              <a:rPr b="1" lang="en-US" sz="2400">
                <a:solidFill>
                  <a:schemeClr val="dk2"/>
                </a:solidFill>
                <a:latin typeface="Calibri"/>
                <a:ea typeface="Calibri"/>
                <a:cs typeface="Calibri"/>
                <a:sym typeface="Calibri"/>
              </a:rPr>
              <a:t>Local Law 97,</a:t>
            </a:r>
            <a:r>
              <a:rPr lang="en-US" sz="2400">
                <a:solidFill>
                  <a:schemeClr val="dk2"/>
                </a:solidFill>
                <a:latin typeface="Calibri"/>
                <a:ea typeface="Calibri"/>
                <a:cs typeface="Calibri"/>
                <a:sym typeface="Calibri"/>
              </a:rPr>
              <a:t> part of New York City’s Climate Mobilization Act of 2019, is one of the </a:t>
            </a:r>
            <a:r>
              <a:rPr b="1" lang="en-US" sz="2400">
                <a:solidFill>
                  <a:schemeClr val="dk2"/>
                </a:solidFill>
                <a:latin typeface="Calibri"/>
                <a:ea typeface="Calibri"/>
                <a:cs typeface="Calibri"/>
                <a:sym typeface="Calibri"/>
              </a:rPr>
              <a:t>country’s boldest climate laws</a:t>
            </a:r>
            <a:r>
              <a:rPr lang="en-US" sz="2400">
                <a:solidFill>
                  <a:schemeClr val="dk2"/>
                </a:solidFill>
                <a:latin typeface="Calibri"/>
                <a:ea typeface="Calibri"/>
                <a:cs typeface="Calibri"/>
                <a:sym typeface="Calibri"/>
              </a:rPr>
              <a:t>. </a:t>
            </a:r>
            <a:endParaRPr/>
          </a:p>
          <a:p>
            <a:pPr indent="0" lvl="0" marL="0" rtl="0" algn="l">
              <a:lnSpc>
                <a:spcPct val="107000"/>
              </a:lnSpc>
              <a:spcBef>
                <a:spcPts val="0"/>
              </a:spcBef>
              <a:spcAft>
                <a:spcPts val="0"/>
              </a:spcAft>
              <a:buClr>
                <a:schemeClr val="dk1"/>
              </a:buClr>
              <a:buSzPct val="100000"/>
              <a:buFont typeface="Arial"/>
              <a:buNone/>
            </a:pPr>
            <a:r>
              <a:t/>
            </a:r>
            <a:endParaRPr sz="2400">
              <a:solidFill>
                <a:schemeClr val="dk2"/>
              </a:solidFill>
              <a:latin typeface="Calibri"/>
              <a:ea typeface="Calibri"/>
              <a:cs typeface="Calibri"/>
              <a:sym typeface="Calibri"/>
            </a:endParaRPr>
          </a:p>
          <a:p>
            <a:pPr indent="0" lvl="0" marL="0" rtl="0" algn="l">
              <a:lnSpc>
                <a:spcPct val="107000"/>
              </a:lnSpc>
              <a:spcBef>
                <a:spcPts val="0"/>
              </a:spcBef>
              <a:spcAft>
                <a:spcPts val="0"/>
              </a:spcAft>
              <a:buClr>
                <a:schemeClr val="dk2"/>
              </a:buClr>
              <a:buSzPct val="100000"/>
              <a:buFont typeface="Calibri"/>
              <a:buNone/>
            </a:pPr>
            <a:r>
              <a:rPr lang="en-US" sz="2400">
                <a:solidFill>
                  <a:schemeClr val="dk2"/>
                </a:solidFill>
                <a:highlight>
                  <a:srgbClr val="FFFFFF"/>
                </a:highlight>
                <a:latin typeface="Calibri"/>
                <a:ea typeface="Calibri"/>
                <a:cs typeface="Calibri"/>
                <a:sym typeface="Calibri"/>
              </a:rPr>
              <a:t>Goal: </a:t>
            </a:r>
            <a:r>
              <a:rPr b="1" lang="en-US" sz="2400">
                <a:solidFill>
                  <a:schemeClr val="dk2"/>
                </a:solidFill>
                <a:highlight>
                  <a:srgbClr val="FFFFFF"/>
                </a:highlight>
                <a:latin typeface="Calibri"/>
                <a:ea typeface="Calibri"/>
                <a:cs typeface="Calibri"/>
                <a:sym typeface="Calibri"/>
              </a:rPr>
              <a:t>cut building carbon emissions by 40% by 2030 </a:t>
            </a:r>
            <a:r>
              <a:rPr lang="en-US" sz="2400">
                <a:solidFill>
                  <a:schemeClr val="dk2"/>
                </a:solidFill>
                <a:highlight>
                  <a:srgbClr val="FFFFFF"/>
                </a:highlight>
                <a:latin typeface="Calibri"/>
                <a:ea typeface="Calibri"/>
                <a:cs typeface="Calibri"/>
                <a:sym typeface="Calibri"/>
              </a:rPr>
              <a:t>and </a:t>
            </a:r>
            <a:r>
              <a:rPr b="0" lang="en-US" sz="2400">
                <a:solidFill>
                  <a:schemeClr val="dk2"/>
                </a:solidFill>
                <a:highlight>
                  <a:srgbClr val="FFFFFF"/>
                </a:highlight>
                <a:latin typeface="Calibri"/>
                <a:ea typeface="Calibri"/>
                <a:cs typeface="Calibri"/>
                <a:sym typeface="Calibri"/>
              </a:rPr>
              <a:t>reach</a:t>
            </a:r>
            <a:r>
              <a:rPr lang="en-US" sz="2400">
                <a:solidFill>
                  <a:schemeClr val="dk2"/>
                </a:solidFill>
                <a:highlight>
                  <a:srgbClr val="FFFFFF"/>
                </a:highlight>
                <a:latin typeface="Calibri"/>
                <a:ea typeface="Calibri"/>
                <a:cs typeface="Calibri"/>
                <a:sym typeface="Calibri"/>
              </a:rPr>
              <a:t> </a:t>
            </a:r>
            <a:r>
              <a:rPr b="1" lang="en-US" sz="2400">
                <a:solidFill>
                  <a:schemeClr val="dk2"/>
                </a:solidFill>
                <a:highlight>
                  <a:srgbClr val="FFFFFF"/>
                </a:highlight>
                <a:latin typeface="Calibri"/>
                <a:ea typeface="Calibri"/>
                <a:cs typeface="Calibri"/>
                <a:sym typeface="Calibri"/>
              </a:rPr>
              <a:t>net-zero by 2050</a:t>
            </a:r>
            <a:r>
              <a:rPr lang="en-US" sz="2400">
                <a:solidFill>
                  <a:schemeClr val="dk2"/>
                </a:solidFill>
                <a:highlight>
                  <a:srgbClr val="FFFFFF"/>
                </a:highlight>
                <a:latin typeface="Calibri"/>
                <a:ea typeface="Calibri"/>
                <a:cs typeface="Calibri"/>
                <a:sym typeface="Calibri"/>
              </a:rPr>
              <a:t> by setting progressively lower caps.</a:t>
            </a:r>
            <a:endParaRPr/>
          </a:p>
          <a:p>
            <a:pPr indent="0" lvl="0" marL="0" rtl="0" algn="l">
              <a:lnSpc>
                <a:spcPct val="107000"/>
              </a:lnSpc>
              <a:spcBef>
                <a:spcPts val="0"/>
              </a:spcBef>
              <a:spcAft>
                <a:spcPts val="0"/>
              </a:spcAft>
              <a:buClr>
                <a:schemeClr val="dk1"/>
              </a:buClr>
              <a:buSzPct val="100000"/>
              <a:buFont typeface="Arial"/>
              <a:buNone/>
            </a:pPr>
            <a:r>
              <a:t/>
            </a:r>
            <a:endParaRPr sz="2400">
              <a:solidFill>
                <a:schemeClr val="dk2"/>
              </a:solidFill>
              <a:highlight>
                <a:srgbClr val="FFFFFF"/>
              </a:highlight>
              <a:latin typeface="Calibri"/>
              <a:ea typeface="Calibri"/>
              <a:cs typeface="Calibri"/>
              <a:sym typeface="Calibri"/>
            </a:endParaRPr>
          </a:p>
          <a:p>
            <a:pPr indent="0" lvl="0" marL="0" rtl="0" algn="l">
              <a:lnSpc>
                <a:spcPct val="107000"/>
              </a:lnSpc>
              <a:spcBef>
                <a:spcPts val="0"/>
              </a:spcBef>
              <a:spcAft>
                <a:spcPts val="0"/>
              </a:spcAft>
              <a:buClr>
                <a:schemeClr val="dk2"/>
              </a:buClr>
              <a:buSzPct val="100000"/>
              <a:buFont typeface="Calibri"/>
              <a:buNone/>
            </a:pPr>
            <a:r>
              <a:rPr lang="en-US" sz="2400">
                <a:solidFill>
                  <a:schemeClr val="dk2"/>
                </a:solidFill>
                <a:highlight>
                  <a:srgbClr val="FFFFFF"/>
                </a:highlight>
                <a:latin typeface="Calibri"/>
                <a:ea typeface="Calibri"/>
                <a:cs typeface="Calibri"/>
                <a:sym typeface="Calibri"/>
              </a:rPr>
              <a:t>Nearly </a:t>
            </a:r>
            <a:r>
              <a:rPr b="1" lang="en-US" sz="2400">
                <a:solidFill>
                  <a:schemeClr val="dk2"/>
                </a:solidFill>
                <a:highlight>
                  <a:srgbClr val="FFFFFF"/>
                </a:highlight>
                <a:latin typeface="Calibri"/>
                <a:ea typeface="Calibri"/>
                <a:cs typeface="Calibri"/>
                <a:sym typeface="Calibri"/>
              </a:rPr>
              <a:t>two thirds </a:t>
            </a:r>
            <a:r>
              <a:rPr lang="en-US" sz="2400">
                <a:solidFill>
                  <a:schemeClr val="dk2"/>
                </a:solidFill>
                <a:highlight>
                  <a:srgbClr val="FFFFFF"/>
                </a:highlight>
                <a:latin typeface="Calibri"/>
                <a:ea typeface="Calibri"/>
                <a:cs typeface="Calibri"/>
                <a:sym typeface="Calibri"/>
              </a:rPr>
              <a:t>of all applicable buildings (&gt; 25,000 sq. ft.) </a:t>
            </a:r>
            <a:r>
              <a:rPr b="1" lang="en-US" sz="2400">
                <a:solidFill>
                  <a:schemeClr val="dk2"/>
                </a:solidFill>
                <a:highlight>
                  <a:srgbClr val="FFFFFF"/>
                </a:highlight>
                <a:latin typeface="Calibri"/>
                <a:ea typeface="Calibri"/>
                <a:cs typeface="Calibri"/>
                <a:sym typeface="Calibri"/>
              </a:rPr>
              <a:t>do not meet 2030 emissions limits</a:t>
            </a:r>
            <a:r>
              <a:rPr lang="en-US" sz="2400">
                <a:solidFill>
                  <a:schemeClr val="dk2"/>
                </a:solidFill>
                <a:highlight>
                  <a:srgbClr val="FFFFFF"/>
                </a:highlight>
                <a:latin typeface="Calibri"/>
                <a:ea typeface="Calibri"/>
                <a:cs typeface="Calibri"/>
                <a:sym typeface="Calibri"/>
              </a:rPr>
              <a:t>.</a:t>
            </a:r>
            <a:endParaRPr/>
          </a:p>
          <a:p>
            <a:pPr indent="0" lvl="0" marL="0" rtl="0" algn="l">
              <a:lnSpc>
                <a:spcPct val="107000"/>
              </a:lnSpc>
              <a:spcBef>
                <a:spcPts val="0"/>
              </a:spcBef>
              <a:spcAft>
                <a:spcPts val="0"/>
              </a:spcAft>
              <a:buClr>
                <a:schemeClr val="dk1"/>
              </a:buClr>
              <a:buSzPct val="100000"/>
              <a:buFont typeface="Arial"/>
              <a:buNone/>
            </a:pPr>
            <a:r>
              <a:t/>
            </a:r>
            <a:endParaRPr sz="2400">
              <a:solidFill>
                <a:schemeClr val="dk2"/>
              </a:solidFill>
              <a:highlight>
                <a:srgbClr val="FFFFFF"/>
              </a:highlight>
              <a:latin typeface="Calibri"/>
              <a:ea typeface="Calibri"/>
              <a:cs typeface="Calibri"/>
              <a:sym typeface="Calibri"/>
            </a:endParaRPr>
          </a:p>
          <a:p>
            <a:pPr indent="0" lvl="0" marL="0" rtl="0" algn="l">
              <a:lnSpc>
                <a:spcPct val="107000"/>
              </a:lnSpc>
              <a:spcBef>
                <a:spcPts val="0"/>
              </a:spcBef>
              <a:spcAft>
                <a:spcPts val="0"/>
              </a:spcAft>
              <a:buClr>
                <a:schemeClr val="dk2"/>
              </a:buClr>
              <a:buSzPct val="100000"/>
              <a:buFont typeface="Calibri"/>
              <a:buNone/>
            </a:pPr>
            <a:r>
              <a:rPr lang="en-US" sz="2400">
                <a:solidFill>
                  <a:schemeClr val="dk2"/>
                </a:solidFill>
                <a:highlight>
                  <a:srgbClr val="FFFFFF"/>
                </a:highlight>
                <a:latin typeface="Calibri"/>
                <a:ea typeface="Calibri"/>
                <a:cs typeface="Calibri"/>
                <a:sym typeface="Calibri"/>
              </a:rPr>
              <a:t>Several other cities (e.g., Seattle, Boston, and Washington, DC) are enacting similar emissions laws and standards.</a:t>
            </a:r>
            <a:endParaRPr sz="2400">
              <a:solidFill>
                <a:schemeClr val="dk2"/>
              </a:solidFill>
              <a:highlight>
                <a:srgbClr val="FFFFFF"/>
              </a:highlight>
              <a:latin typeface="Calibri"/>
              <a:ea typeface="Calibri"/>
              <a:cs typeface="Calibri"/>
              <a:sym typeface="Calibri"/>
            </a:endParaRPr>
          </a:p>
        </p:txBody>
      </p:sp>
      <p:grpSp>
        <p:nvGrpSpPr>
          <p:cNvPr id="283" name="Google Shape;283;p6"/>
          <p:cNvGrpSpPr/>
          <p:nvPr/>
        </p:nvGrpSpPr>
        <p:grpSpPr>
          <a:xfrm>
            <a:off x="6913585" y="3738054"/>
            <a:ext cx="4008646" cy="2651874"/>
            <a:chOff x="796248" y="2996422"/>
            <a:chExt cx="5180880" cy="3427352"/>
          </a:xfrm>
        </p:grpSpPr>
        <p:pic>
          <p:nvPicPr>
            <p:cNvPr id="284" name="Google Shape;284;p6"/>
            <p:cNvPicPr preferRelativeResize="0"/>
            <p:nvPr/>
          </p:nvPicPr>
          <p:blipFill rotWithShape="1">
            <a:blip r:embed="rId3">
              <a:alphaModFix/>
            </a:blip>
            <a:srcRect b="0" l="0" r="0" t="0"/>
            <a:stretch/>
          </p:blipFill>
          <p:spPr>
            <a:xfrm>
              <a:off x="796248" y="2996422"/>
              <a:ext cx="5180880" cy="3427352"/>
            </a:xfrm>
            <a:prstGeom prst="rect">
              <a:avLst/>
            </a:prstGeom>
            <a:noFill/>
            <a:ln>
              <a:noFill/>
            </a:ln>
          </p:spPr>
        </p:pic>
        <p:sp>
          <p:nvSpPr>
            <p:cNvPr id="285" name="Google Shape;285;p6"/>
            <p:cNvSpPr/>
            <p:nvPr/>
          </p:nvSpPr>
          <p:spPr>
            <a:xfrm>
              <a:off x="1979720" y="4038600"/>
              <a:ext cx="3937860" cy="1989338"/>
            </a:xfrm>
            <a:prstGeom prst="rect">
              <a:avLst/>
            </a:prstGeom>
            <a:solidFill>
              <a:srgbClr val="C00000">
                <a:alpha val="2196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2"/>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7"/>
          <p:cNvSpPr txBox="1"/>
          <p:nvPr>
            <p:ph idx="1" type="body"/>
          </p:nvPr>
        </p:nvSpPr>
        <p:spPr>
          <a:xfrm>
            <a:off x="1447800" y="1625600"/>
            <a:ext cx="9296400" cy="3606800"/>
          </a:xfrm>
          <a:prstGeom prst="rect">
            <a:avLst/>
          </a:prstGeom>
          <a:noFill/>
          <a:ln>
            <a:noFill/>
          </a:ln>
        </p:spPr>
        <p:txBody>
          <a:bodyPr anchorCtr="0" anchor="ctr" bIns="0" lIns="0" spcFirstLastPara="1" rIns="0" wrap="square" tIns="0">
            <a:normAutofit/>
          </a:bodyPr>
          <a:lstStyle/>
          <a:p>
            <a:pPr indent="0" lvl="0" marL="0" rtl="0" algn="ctr">
              <a:lnSpc>
                <a:spcPct val="150000"/>
              </a:lnSpc>
              <a:spcBef>
                <a:spcPts val="0"/>
              </a:spcBef>
              <a:spcAft>
                <a:spcPts val="0"/>
              </a:spcAft>
              <a:buClr>
                <a:schemeClr val="dk2"/>
              </a:buClr>
              <a:buSzPts val="3200"/>
              <a:buFont typeface="Arial"/>
              <a:buNone/>
            </a:pPr>
            <a:r>
              <a:rPr lang="en-US" sz="3200">
                <a:solidFill>
                  <a:schemeClr val="dk2"/>
                </a:solidFill>
              </a:rPr>
              <a:t>The </a:t>
            </a:r>
            <a:r>
              <a:rPr b="1" lang="en-US" sz="3200">
                <a:solidFill>
                  <a:srgbClr val="C00000"/>
                </a:solidFill>
              </a:rPr>
              <a:t>problem</a:t>
            </a:r>
            <a:r>
              <a:rPr lang="en-US" sz="3200">
                <a:solidFill>
                  <a:schemeClr val="dk2"/>
                </a:solidFill>
              </a:rPr>
              <a:t>: </a:t>
            </a:r>
            <a:endParaRPr/>
          </a:p>
          <a:p>
            <a:pPr indent="0" lvl="0" marL="0" rtl="0" algn="ctr">
              <a:lnSpc>
                <a:spcPct val="150000"/>
              </a:lnSpc>
              <a:spcBef>
                <a:spcPts val="1000"/>
              </a:spcBef>
              <a:spcAft>
                <a:spcPts val="0"/>
              </a:spcAft>
              <a:buClr>
                <a:schemeClr val="dk2"/>
              </a:buClr>
              <a:buSzPts val="3200"/>
              <a:buFont typeface="Arial"/>
              <a:buNone/>
            </a:pPr>
            <a:r>
              <a:rPr lang="en-US" sz="3200">
                <a:solidFill>
                  <a:schemeClr val="dk2"/>
                </a:solidFill>
              </a:rPr>
              <a:t>Many buildings </a:t>
            </a:r>
            <a:r>
              <a:rPr b="1" lang="en-US" sz="3200">
                <a:solidFill>
                  <a:srgbClr val="C00000"/>
                </a:solidFill>
              </a:rPr>
              <a:t>cannot afford the upgrades </a:t>
            </a:r>
            <a:r>
              <a:rPr lang="en-US" sz="3200">
                <a:solidFill>
                  <a:schemeClr val="dk2"/>
                </a:solidFill>
              </a:rPr>
              <a:t>needed to meet NYC emissions standards for 2030 and beyond.</a:t>
            </a:r>
            <a:endParaRPr>
              <a:solidFill>
                <a:schemeClr val="dk2"/>
              </a:solidFill>
            </a:endParaRPr>
          </a:p>
        </p:txBody>
      </p:sp>
      <p:sp>
        <p:nvSpPr>
          <p:cNvPr id="292" name="Google Shape;292;p7"/>
          <p:cNvSpPr txBox="1"/>
          <p:nvPr>
            <p:ph idx="4294967295" type="sldNum"/>
          </p:nvPr>
        </p:nvSpPr>
        <p:spPr>
          <a:xfrm>
            <a:off x="11776075" y="6475413"/>
            <a:ext cx="415925" cy="182562"/>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8"/>
          <p:cNvSpPr/>
          <p:nvPr/>
        </p:nvSpPr>
        <p:spPr>
          <a:xfrm>
            <a:off x="3956931" y="1638830"/>
            <a:ext cx="2157309" cy="2160484"/>
          </a:xfrm>
          <a:custGeom>
            <a:rect b="b" l="l" r="r" t="t"/>
            <a:pathLst>
              <a:path extrusionOk="0" h="2561839" w="2558075">
                <a:moveTo>
                  <a:pt x="2556462" y="1278142"/>
                </a:moveTo>
                <a:cubicBezTo>
                  <a:pt x="2556462" y="1647550"/>
                  <a:pt x="2558075" y="2561839"/>
                  <a:pt x="2558075" y="2561839"/>
                </a:cubicBezTo>
                <a:cubicBezTo>
                  <a:pt x="2558075" y="2561839"/>
                  <a:pt x="1614749" y="2556283"/>
                  <a:pt x="1278141" y="2556283"/>
                </a:cubicBezTo>
                <a:cubicBezTo>
                  <a:pt x="572305" y="2556463"/>
                  <a:pt x="0" y="1984157"/>
                  <a:pt x="0" y="1278142"/>
                </a:cubicBezTo>
                <a:cubicBezTo>
                  <a:pt x="0" y="572305"/>
                  <a:pt x="572305" y="0"/>
                  <a:pt x="1278141" y="0"/>
                </a:cubicBezTo>
                <a:cubicBezTo>
                  <a:pt x="1984157" y="0"/>
                  <a:pt x="2556462" y="572305"/>
                  <a:pt x="2556462" y="1278142"/>
                </a:cubicBezTo>
                <a:close/>
              </a:path>
            </a:pathLst>
          </a:custGeom>
          <a:solidFill>
            <a:srgbClr val="538D5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298" name="Google Shape;298;p8"/>
          <p:cNvSpPr/>
          <p:nvPr/>
        </p:nvSpPr>
        <p:spPr>
          <a:xfrm>
            <a:off x="6235671" y="3905039"/>
            <a:ext cx="1999351" cy="2002375"/>
          </a:xfrm>
          <a:custGeom>
            <a:rect b="b" l="l" r="r" t="t"/>
            <a:pathLst>
              <a:path extrusionOk="0" h="2374357" w="2370772">
                <a:moveTo>
                  <a:pt x="1613" y="1189777"/>
                </a:moveTo>
                <a:cubicBezTo>
                  <a:pt x="1613" y="847434"/>
                  <a:pt x="0" y="0"/>
                  <a:pt x="0" y="0"/>
                </a:cubicBezTo>
                <a:cubicBezTo>
                  <a:pt x="0" y="0"/>
                  <a:pt x="874320" y="5198"/>
                  <a:pt x="1186193" y="5198"/>
                </a:cubicBezTo>
                <a:cubicBezTo>
                  <a:pt x="1840409" y="5198"/>
                  <a:pt x="2370773" y="535561"/>
                  <a:pt x="2370773" y="1189777"/>
                </a:cubicBezTo>
                <a:cubicBezTo>
                  <a:pt x="2370773" y="1843994"/>
                  <a:pt x="1840409" y="2374357"/>
                  <a:pt x="1186193" y="2374357"/>
                </a:cubicBezTo>
                <a:cubicBezTo>
                  <a:pt x="531977" y="2374357"/>
                  <a:pt x="1613" y="1843994"/>
                  <a:pt x="1613" y="1189777"/>
                </a:cubicBezTo>
                <a:close/>
              </a:path>
            </a:pathLst>
          </a:custGeom>
          <a:solidFill>
            <a:srgbClr val="BEB05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299" name="Google Shape;299;p8"/>
          <p:cNvSpPr/>
          <p:nvPr/>
        </p:nvSpPr>
        <p:spPr>
          <a:xfrm>
            <a:off x="6234012" y="1994085"/>
            <a:ext cx="1788033" cy="1785464"/>
          </a:xfrm>
          <a:custGeom>
            <a:rect b="b" l="l" r="r" t="t"/>
            <a:pathLst>
              <a:path extrusionOk="0" h="2117151" w="2120197">
                <a:moveTo>
                  <a:pt x="1062340" y="2115718"/>
                </a:moveTo>
                <a:cubicBezTo>
                  <a:pt x="756561" y="2115718"/>
                  <a:pt x="0" y="2117152"/>
                  <a:pt x="0" y="2117152"/>
                </a:cubicBezTo>
                <a:cubicBezTo>
                  <a:pt x="0" y="2117152"/>
                  <a:pt x="4481" y="1336394"/>
                  <a:pt x="4481" y="1057859"/>
                </a:cubicBezTo>
                <a:cubicBezTo>
                  <a:pt x="4481" y="473545"/>
                  <a:pt x="478026" y="0"/>
                  <a:pt x="1062340" y="0"/>
                </a:cubicBezTo>
                <a:cubicBezTo>
                  <a:pt x="1646653" y="0"/>
                  <a:pt x="2120198" y="473545"/>
                  <a:pt x="2120198" y="1057859"/>
                </a:cubicBezTo>
                <a:cubicBezTo>
                  <a:pt x="2120198" y="1642173"/>
                  <a:pt x="1646653" y="2115718"/>
                  <a:pt x="1062340" y="211571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00" name="Google Shape;300;p8"/>
          <p:cNvSpPr/>
          <p:nvPr/>
        </p:nvSpPr>
        <p:spPr>
          <a:xfrm>
            <a:off x="4482793" y="3906548"/>
            <a:ext cx="1632947" cy="1630528"/>
          </a:xfrm>
          <a:custGeom>
            <a:rect b="b" l="l" r="r" t="t"/>
            <a:pathLst>
              <a:path extrusionOk="0" h="1933433" w="1936300">
                <a:moveTo>
                  <a:pt x="966089" y="1255"/>
                </a:moveTo>
                <a:cubicBezTo>
                  <a:pt x="1245341" y="1255"/>
                  <a:pt x="1936301" y="0"/>
                  <a:pt x="1936301" y="0"/>
                </a:cubicBezTo>
                <a:cubicBezTo>
                  <a:pt x="1936301" y="0"/>
                  <a:pt x="1932179" y="713006"/>
                  <a:pt x="1932179" y="967344"/>
                </a:cubicBezTo>
                <a:cubicBezTo>
                  <a:pt x="1932179" y="1500934"/>
                  <a:pt x="1499679" y="1933434"/>
                  <a:pt x="966089" y="1933434"/>
                </a:cubicBezTo>
                <a:cubicBezTo>
                  <a:pt x="432500" y="1933434"/>
                  <a:pt x="0" y="1500934"/>
                  <a:pt x="0" y="967344"/>
                </a:cubicBezTo>
                <a:cubicBezTo>
                  <a:pt x="0" y="433754"/>
                  <a:pt x="432500" y="1255"/>
                  <a:pt x="966089" y="1255"/>
                </a:cubicBezTo>
                <a:close/>
              </a:path>
            </a:pathLst>
          </a:custGeom>
          <a:solidFill>
            <a:srgbClr val="42959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01" name="Google Shape;301;p8"/>
          <p:cNvSpPr/>
          <p:nvPr/>
        </p:nvSpPr>
        <p:spPr>
          <a:xfrm>
            <a:off x="4161568" y="1843765"/>
            <a:ext cx="1748017" cy="1750589"/>
          </a:xfrm>
          <a:custGeom>
            <a:rect b="b" l="l" r="r" t="t"/>
            <a:pathLst>
              <a:path extrusionOk="0" h="2561839" w="2558075">
                <a:moveTo>
                  <a:pt x="2556462" y="1278142"/>
                </a:moveTo>
                <a:cubicBezTo>
                  <a:pt x="2556462" y="1647550"/>
                  <a:pt x="2558075" y="2561839"/>
                  <a:pt x="2558075" y="2561839"/>
                </a:cubicBezTo>
                <a:cubicBezTo>
                  <a:pt x="2558075" y="2561839"/>
                  <a:pt x="1614749" y="2556283"/>
                  <a:pt x="1278141" y="2556283"/>
                </a:cubicBezTo>
                <a:cubicBezTo>
                  <a:pt x="572305" y="2556463"/>
                  <a:pt x="0" y="1984157"/>
                  <a:pt x="0" y="1278142"/>
                </a:cubicBezTo>
                <a:cubicBezTo>
                  <a:pt x="0" y="572305"/>
                  <a:pt x="572305" y="0"/>
                  <a:pt x="1278141" y="0"/>
                </a:cubicBezTo>
                <a:cubicBezTo>
                  <a:pt x="1984157" y="0"/>
                  <a:pt x="2556462" y="572305"/>
                  <a:pt x="2556462" y="12781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02" name="Google Shape;302;p8"/>
          <p:cNvSpPr/>
          <p:nvPr/>
        </p:nvSpPr>
        <p:spPr>
          <a:xfrm>
            <a:off x="6425338" y="4094988"/>
            <a:ext cx="1620028" cy="1622477"/>
          </a:xfrm>
          <a:custGeom>
            <a:rect b="b" l="l" r="r" t="t"/>
            <a:pathLst>
              <a:path extrusionOk="0" h="2374357" w="2370772">
                <a:moveTo>
                  <a:pt x="1613" y="1189777"/>
                </a:moveTo>
                <a:cubicBezTo>
                  <a:pt x="1613" y="847434"/>
                  <a:pt x="0" y="0"/>
                  <a:pt x="0" y="0"/>
                </a:cubicBezTo>
                <a:cubicBezTo>
                  <a:pt x="0" y="0"/>
                  <a:pt x="874320" y="5198"/>
                  <a:pt x="1186193" y="5198"/>
                </a:cubicBezTo>
                <a:cubicBezTo>
                  <a:pt x="1840409" y="5198"/>
                  <a:pt x="2370773" y="535561"/>
                  <a:pt x="2370773" y="1189777"/>
                </a:cubicBezTo>
                <a:cubicBezTo>
                  <a:pt x="2370773" y="1843994"/>
                  <a:pt x="1840409" y="2374357"/>
                  <a:pt x="1186193" y="2374357"/>
                </a:cubicBezTo>
                <a:cubicBezTo>
                  <a:pt x="531977" y="2374357"/>
                  <a:pt x="1613" y="1843994"/>
                  <a:pt x="1613" y="118977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03" name="Google Shape;303;p8"/>
          <p:cNvSpPr/>
          <p:nvPr/>
        </p:nvSpPr>
        <p:spPr>
          <a:xfrm>
            <a:off x="6403625" y="2163461"/>
            <a:ext cx="1448801" cy="1446720"/>
          </a:xfrm>
          <a:custGeom>
            <a:rect b="b" l="l" r="r" t="t"/>
            <a:pathLst>
              <a:path extrusionOk="0" h="2117151" w="2120197">
                <a:moveTo>
                  <a:pt x="1062340" y="2115718"/>
                </a:moveTo>
                <a:cubicBezTo>
                  <a:pt x="756561" y="2115718"/>
                  <a:pt x="0" y="2117152"/>
                  <a:pt x="0" y="2117152"/>
                </a:cubicBezTo>
                <a:cubicBezTo>
                  <a:pt x="0" y="2117152"/>
                  <a:pt x="4481" y="1336394"/>
                  <a:pt x="4481" y="1057859"/>
                </a:cubicBezTo>
                <a:cubicBezTo>
                  <a:pt x="4481" y="473545"/>
                  <a:pt x="478026" y="0"/>
                  <a:pt x="1062340" y="0"/>
                </a:cubicBezTo>
                <a:cubicBezTo>
                  <a:pt x="1646653" y="0"/>
                  <a:pt x="2120198" y="473545"/>
                  <a:pt x="2120198" y="1057859"/>
                </a:cubicBezTo>
                <a:cubicBezTo>
                  <a:pt x="2120198" y="1642173"/>
                  <a:pt x="1646653" y="2115718"/>
                  <a:pt x="1062340" y="211571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04" name="Google Shape;304;p8"/>
          <p:cNvSpPr/>
          <p:nvPr/>
        </p:nvSpPr>
        <p:spPr>
          <a:xfrm>
            <a:off x="4637711" y="4061229"/>
            <a:ext cx="1323139" cy="1321179"/>
          </a:xfrm>
          <a:custGeom>
            <a:rect b="b" l="l" r="r" t="t"/>
            <a:pathLst>
              <a:path extrusionOk="0" h="1933433" w="1936300">
                <a:moveTo>
                  <a:pt x="966089" y="1255"/>
                </a:moveTo>
                <a:cubicBezTo>
                  <a:pt x="1245341" y="1255"/>
                  <a:pt x="1936301" y="0"/>
                  <a:pt x="1936301" y="0"/>
                </a:cubicBezTo>
                <a:cubicBezTo>
                  <a:pt x="1936301" y="0"/>
                  <a:pt x="1932179" y="713006"/>
                  <a:pt x="1932179" y="967344"/>
                </a:cubicBezTo>
                <a:cubicBezTo>
                  <a:pt x="1932179" y="1500934"/>
                  <a:pt x="1499679" y="1933434"/>
                  <a:pt x="966089" y="1933434"/>
                </a:cubicBezTo>
                <a:cubicBezTo>
                  <a:pt x="432500" y="1933434"/>
                  <a:pt x="0" y="1500934"/>
                  <a:pt x="0" y="967344"/>
                </a:cubicBezTo>
                <a:cubicBezTo>
                  <a:pt x="0" y="433754"/>
                  <a:pt x="432500" y="1255"/>
                  <a:pt x="966089" y="125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05" name="Google Shape;305;p8"/>
          <p:cNvSpPr txBox="1"/>
          <p:nvPr/>
        </p:nvSpPr>
        <p:spPr>
          <a:xfrm>
            <a:off x="1274933" y="2535032"/>
            <a:ext cx="2458277" cy="893967"/>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To determine current spending and budget that they can afford</a:t>
            </a:r>
            <a:endParaRPr/>
          </a:p>
        </p:txBody>
      </p:sp>
      <p:sp>
        <p:nvSpPr>
          <p:cNvPr id="306" name="Google Shape;306;p8"/>
          <p:cNvSpPr txBox="1"/>
          <p:nvPr/>
        </p:nvSpPr>
        <p:spPr>
          <a:xfrm>
            <a:off x="1274941" y="1775504"/>
            <a:ext cx="2682000" cy="861128"/>
          </a:xfrm>
          <a:prstGeom prst="rect">
            <a:avLst/>
          </a:prstGeom>
          <a:no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100"/>
              <a:buFont typeface="Arial"/>
              <a:buNone/>
            </a:pPr>
            <a:r>
              <a:rPr b="1" i="0" lang="en-US" sz="2133" u="none" cap="none" strike="noStrike">
                <a:solidFill>
                  <a:srgbClr val="000000"/>
                </a:solidFill>
                <a:latin typeface="Arial"/>
                <a:ea typeface="Arial"/>
                <a:cs typeface="Arial"/>
                <a:sym typeface="Arial"/>
              </a:rPr>
              <a:t>Evaluate Building Finances</a:t>
            </a:r>
            <a:endParaRPr b="1" i="0" sz="2133" u="none" cap="none" strike="noStrike">
              <a:solidFill>
                <a:srgbClr val="000000"/>
              </a:solidFill>
              <a:latin typeface="Arial"/>
              <a:ea typeface="Arial"/>
              <a:cs typeface="Arial"/>
              <a:sym typeface="Arial"/>
            </a:endParaRPr>
          </a:p>
        </p:txBody>
      </p:sp>
      <p:sp>
        <p:nvSpPr>
          <p:cNvPr id="307" name="Google Shape;307;p8"/>
          <p:cNvSpPr txBox="1"/>
          <p:nvPr/>
        </p:nvSpPr>
        <p:spPr>
          <a:xfrm>
            <a:off x="8235048" y="4705856"/>
            <a:ext cx="2682000" cy="1201557"/>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Arial"/>
                <a:ea typeface="Arial"/>
                <a:cs typeface="Arial"/>
                <a:sym typeface="Arial"/>
              </a:rPr>
              <a:t>From hiring contractors to applying for rebates, incentives, and financing </a:t>
            </a:r>
            <a:endParaRPr b="0" i="0" sz="1600" u="none" cap="none" strike="noStrike">
              <a:solidFill>
                <a:srgbClr val="000000"/>
              </a:solidFill>
              <a:latin typeface="Arial"/>
              <a:ea typeface="Arial"/>
              <a:cs typeface="Arial"/>
              <a:sym typeface="Arial"/>
            </a:endParaRPr>
          </a:p>
        </p:txBody>
      </p:sp>
      <p:sp>
        <p:nvSpPr>
          <p:cNvPr id="308" name="Google Shape;308;p8"/>
          <p:cNvSpPr txBox="1"/>
          <p:nvPr/>
        </p:nvSpPr>
        <p:spPr>
          <a:xfrm>
            <a:off x="8235073" y="3904823"/>
            <a:ext cx="2682000" cy="902542"/>
          </a:xfrm>
          <a:prstGeom prst="rect">
            <a:avLst/>
          </a:prstGeom>
          <a:noFill/>
          <a:ln>
            <a:noFill/>
          </a:ln>
        </p:spPr>
        <p:txBody>
          <a:bodyPr anchorCtr="0" anchor="b"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100"/>
              <a:buFont typeface="Arial"/>
              <a:buNone/>
            </a:pPr>
            <a:r>
              <a:rPr b="1" i="0" lang="en-US" sz="2133" u="none" cap="none" strike="noStrike">
                <a:solidFill>
                  <a:srgbClr val="000000"/>
                </a:solidFill>
                <a:latin typeface="Arial"/>
                <a:ea typeface="Arial"/>
                <a:cs typeface="Arial"/>
                <a:sym typeface="Arial"/>
              </a:rPr>
              <a:t>Navigate Implementation</a:t>
            </a:r>
            <a:endParaRPr b="1" i="0" sz="2133" u="none" cap="none" strike="noStrike">
              <a:solidFill>
                <a:srgbClr val="000000"/>
              </a:solidFill>
              <a:latin typeface="Arial"/>
              <a:ea typeface="Arial"/>
              <a:cs typeface="Arial"/>
              <a:sym typeface="Arial"/>
            </a:endParaRPr>
          </a:p>
        </p:txBody>
      </p:sp>
      <p:sp>
        <p:nvSpPr>
          <p:cNvPr id="309" name="Google Shape;309;p8"/>
          <p:cNvSpPr txBox="1"/>
          <p:nvPr/>
        </p:nvSpPr>
        <p:spPr>
          <a:xfrm>
            <a:off x="1274917" y="4705760"/>
            <a:ext cx="2682000" cy="1435115"/>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Arial"/>
                <a:ea typeface="Arial"/>
                <a:cs typeface="Arial"/>
                <a:sym typeface="Arial"/>
              </a:rPr>
              <a:t>Based on return on investment from improved efficiency, reductions to emissions, and other secondary benefits</a:t>
            </a:r>
            <a:endParaRPr b="0" i="0" sz="1800" u="none" cap="none" strike="noStrike">
              <a:solidFill>
                <a:srgbClr val="000000"/>
              </a:solidFill>
              <a:latin typeface="Arial"/>
              <a:ea typeface="Arial"/>
              <a:cs typeface="Arial"/>
              <a:sym typeface="Arial"/>
            </a:endParaRPr>
          </a:p>
        </p:txBody>
      </p:sp>
      <p:sp>
        <p:nvSpPr>
          <p:cNvPr id="310" name="Google Shape;310;p8"/>
          <p:cNvSpPr txBox="1"/>
          <p:nvPr/>
        </p:nvSpPr>
        <p:spPr>
          <a:xfrm>
            <a:off x="1274924" y="3970142"/>
            <a:ext cx="2682000" cy="837223"/>
          </a:xfrm>
          <a:prstGeom prst="rect">
            <a:avLst/>
          </a:prstGeom>
          <a:no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100"/>
              <a:buFont typeface="Arial"/>
              <a:buNone/>
            </a:pPr>
            <a:r>
              <a:rPr b="1" i="0" lang="en-US" sz="2133" u="none" cap="none" strike="noStrike">
                <a:solidFill>
                  <a:srgbClr val="000000"/>
                </a:solidFill>
                <a:latin typeface="Arial"/>
                <a:ea typeface="Arial"/>
                <a:cs typeface="Arial"/>
                <a:sym typeface="Arial"/>
              </a:rPr>
              <a:t>Recommend Upgrades</a:t>
            </a:r>
            <a:endParaRPr/>
          </a:p>
        </p:txBody>
      </p:sp>
      <p:sp>
        <p:nvSpPr>
          <p:cNvPr id="311" name="Google Shape;311;p8"/>
          <p:cNvSpPr txBox="1"/>
          <p:nvPr/>
        </p:nvSpPr>
        <p:spPr>
          <a:xfrm>
            <a:off x="8235015" y="2535085"/>
            <a:ext cx="2682000" cy="1244464"/>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100"/>
              <a:buFont typeface="Arial"/>
              <a:buNone/>
            </a:pPr>
            <a:r>
              <a:rPr b="0" i="0" lang="en-US" sz="1600" u="none" cap="none" strike="noStrike">
                <a:solidFill>
                  <a:srgbClr val="000000"/>
                </a:solidFill>
                <a:latin typeface="Arial"/>
                <a:ea typeface="Arial"/>
                <a:cs typeface="Arial"/>
                <a:sym typeface="Arial"/>
              </a:rPr>
              <a:t>From data about building emission sources and input from building decision-makers</a:t>
            </a:r>
            <a:endParaRPr b="0" i="0" sz="1800" u="none" cap="none" strike="noStrike">
              <a:solidFill>
                <a:srgbClr val="000000"/>
              </a:solidFill>
              <a:latin typeface="Arial"/>
              <a:ea typeface="Arial"/>
              <a:cs typeface="Arial"/>
              <a:sym typeface="Arial"/>
            </a:endParaRPr>
          </a:p>
        </p:txBody>
      </p:sp>
      <p:sp>
        <p:nvSpPr>
          <p:cNvPr id="312" name="Google Shape;312;p8"/>
          <p:cNvSpPr txBox="1"/>
          <p:nvPr/>
        </p:nvSpPr>
        <p:spPr>
          <a:xfrm>
            <a:off x="8235040" y="1822816"/>
            <a:ext cx="2682000" cy="813816"/>
          </a:xfrm>
          <a:prstGeom prst="rect">
            <a:avLst/>
          </a:prstGeom>
          <a:noFill/>
          <a:ln>
            <a:noFill/>
          </a:ln>
        </p:spPr>
        <p:txBody>
          <a:bodyPr anchorCtr="0" anchor="b"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100"/>
              <a:buFont typeface="Arial"/>
              <a:buNone/>
            </a:pPr>
            <a:r>
              <a:rPr b="1" i="0" lang="en-US" sz="2133" u="none" cap="none" strike="noStrike">
                <a:solidFill>
                  <a:srgbClr val="000000"/>
                </a:solidFill>
                <a:latin typeface="Arial"/>
                <a:ea typeface="Arial"/>
                <a:cs typeface="Arial"/>
                <a:sym typeface="Arial"/>
              </a:rPr>
              <a:t>Assess Building Needs</a:t>
            </a:r>
            <a:endParaRPr b="1" i="0" sz="2133" u="none" cap="none" strike="noStrike">
              <a:solidFill>
                <a:srgbClr val="000000"/>
              </a:solidFill>
              <a:latin typeface="Arial"/>
              <a:ea typeface="Arial"/>
              <a:cs typeface="Arial"/>
              <a:sym typeface="Arial"/>
            </a:endParaRPr>
          </a:p>
        </p:txBody>
      </p:sp>
      <p:sp>
        <p:nvSpPr>
          <p:cNvPr id="313" name="Google Shape;313;p8"/>
          <p:cNvSpPr txBox="1"/>
          <p:nvPr/>
        </p:nvSpPr>
        <p:spPr>
          <a:xfrm>
            <a:off x="795528" y="365125"/>
            <a:ext cx="10597896" cy="1131342"/>
          </a:xfrm>
          <a:prstGeom prst="rect">
            <a:avLst/>
          </a:prstGeom>
          <a:noFill/>
          <a:ln>
            <a:noFill/>
          </a:ln>
        </p:spPr>
        <p:txBody>
          <a:bodyPr anchorCtr="0" anchor="t" bIns="91425" lIns="91425" spcFirstLastPara="1" rIns="91425" wrap="square" tIns="91425">
            <a:normAutofit fontScale="92500"/>
          </a:bodyPr>
          <a:lstStyle/>
          <a:p>
            <a:pPr indent="0" lvl="0" marL="0" marR="0" rtl="0" algn="l">
              <a:lnSpc>
                <a:spcPct val="100000"/>
              </a:lnSpc>
              <a:spcBef>
                <a:spcPts val="0"/>
              </a:spcBef>
              <a:spcAft>
                <a:spcPts val="0"/>
              </a:spcAft>
              <a:buClr>
                <a:srgbClr val="000000"/>
              </a:buClr>
              <a:buSzPct val="92664"/>
              <a:buFont typeface="Fira Sans Extra Condensed"/>
              <a:buNone/>
            </a:pPr>
            <a:r>
              <a:rPr b="1" i="0" lang="en-US" sz="2800" u="none" cap="none" strike="noStrike">
                <a:solidFill>
                  <a:srgbClr val="538D5E"/>
                </a:solidFill>
                <a:latin typeface="Arial"/>
                <a:ea typeface="Arial"/>
                <a:cs typeface="Arial"/>
                <a:sym typeface="Arial"/>
              </a:rPr>
              <a:t>Solution</a:t>
            </a:r>
            <a:r>
              <a:rPr b="1" i="0" lang="en-US" sz="2800" u="none" cap="none" strike="noStrike">
                <a:solidFill>
                  <a:srgbClr val="000000"/>
                </a:solidFill>
                <a:latin typeface="Arial"/>
                <a:ea typeface="Arial"/>
                <a:cs typeface="Arial"/>
                <a:sym typeface="Arial"/>
              </a:rPr>
              <a:t>: provide consultative and project management services to help buildings make </a:t>
            </a:r>
            <a:r>
              <a:rPr b="1" i="0" lang="en-US" sz="2800" u="none" cap="none" strike="noStrike">
                <a:solidFill>
                  <a:srgbClr val="538D5E"/>
                </a:solidFill>
                <a:latin typeface="Arial"/>
                <a:ea typeface="Arial"/>
                <a:cs typeface="Arial"/>
                <a:sym typeface="Arial"/>
              </a:rPr>
              <a:t>affordable upgrades </a:t>
            </a:r>
            <a:r>
              <a:rPr b="1" i="0" lang="en-US" sz="2800" u="none" cap="none" strike="noStrike">
                <a:solidFill>
                  <a:srgbClr val="000000"/>
                </a:solidFill>
                <a:latin typeface="Arial"/>
                <a:ea typeface="Arial"/>
                <a:cs typeface="Arial"/>
                <a:sym typeface="Arial"/>
              </a:rPr>
              <a:t>to reduce emissions.</a:t>
            </a:r>
            <a:endParaRPr/>
          </a:p>
        </p:txBody>
      </p:sp>
      <p:grpSp>
        <p:nvGrpSpPr>
          <p:cNvPr id="314" name="Google Shape;314;p8"/>
          <p:cNvGrpSpPr/>
          <p:nvPr/>
        </p:nvGrpSpPr>
        <p:grpSpPr>
          <a:xfrm>
            <a:off x="4536062" y="2029854"/>
            <a:ext cx="483728" cy="486717"/>
            <a:chOff x="7244775" y="2571749"/>
            <a:chExt cx="1313413" cy="1321722"/>
          </a:xfrm>
        </p:grpSpPr>
        <p:sp>
          <p:nvSpPr>
            <p:cNvPr id="315" name="Google Shape;315;p8"/>
            <p:cNvSpPr/>
            <p:nvPr/>
          </p:nvSpPr>
          <p:spPr>
            <a:xfrm>
              <a:off x="7250750" y="2586820"/>
              <a:ext cx="1306651" cy="1306651"/>
            </a:xfrm>
            <a:custGeom>
              <a:rect b="b" l="l" r="r" t="t"/>
              <a:pathLst>
                <a:path extrusionOk="0" h="4181284" w="4181284">
                  <a:moveTo>
                    <a:pt x="4181285" y="2090642"/>
                  </a:moveTo>
                  <a:cubicBezTo>
                    <a:pt x="4181285" y="3245272"/>
                    <a:pt x="3245272" y="4181285"/>
                    <a:pt x="2090642" y="4181285"/>
                  </a:cubicBezTo>
                  <a:cubicBezTo>
                    <a:pt x="936012" y="4181285"/>
                    <a:pt x="0" y="3245272"/>
                    <a:pt x="0" y="2090642"/>
                  </a:cubicBezTo>
                  <a:cubicBezTo>
                    <a:pt x="0" y="936012"/>
                    <a:pt x="936012" y="0"/>
                    <a:pt x="2090642" y="0"/>
                  </a:cubicBezTo>
                  <a:cubicBezTo>
                    <a:pt x="3245272" y="0"/>
                    <a:pt x="4181285" y="936012"/>
                    <a:pt x="4181285" y="2090642"/>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16" name="Google Shape;316;p8"/>
            <p:cNvSpPr/>
            <p:nvPr/>
          </p:nvSpPr>
          <p:spPr>
            <a:xfrm>
              <a:off x="7414703" y="2743589"/>
              <a:ext cx="979229" cy="979229"/>
            </a:xfrm>
            <a:custGeom>
              <a:rect b="b" l="l" r="r" t="t"/>
              <a:pathLst>
                <a:path extrusionOk="0" h="3133534" w="3133534">
                  <a:moveTo>
                    <a:pt x="3133535" y="1566767"/>
                  </a:moveTo>
                  <a:cubicBezTo>
                    <a:pt x="3133535" y="2432069"/>
                    <a:pt x="2432069" y="3133535"/>
                    <a:pt x="1566767" y="3133535"/>
                  </a:cubicBezTo>
                  <a:cubicBezTo>
                    <a:pt x="701465" y="3133535"/>
                    <a:pt x="0" y="2432069"/>
                    <a:pt x="0" y="1566767"/>
                  </a:cubicBezTo>
                  <a:cubicBezTo>
                    <a:pt x="0" y="701465"/>
                    <a:pt x="701465" y="0"/>
                    <a:pt x="1566767" y="0"/>
                  </a:cubicBezTo>
                  <a:cubicBezTo>
                    <a:pt x="2432069" y="0"/>
                    <a:pt x="3133535" y="701465"/>
                    <a:pt x="3133535" y="156676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17" name="Google Shape;317;p8"/>
            <p:cNvSpPr/>
            <p:nvPr/>
          </p:nvSpPr>
          <p:spPr>
            <a:xfrm>
              <a:off x="7244775" y="2571749"/>
              <a:ext cx="1313413" cy="1318282"/>
            </a:xfrm>
            <a:custGeom>
              <a:rect b="b" l="l" r="r" t="t"/>
              <a:pathLst>
                <a:path extrusionOk="0" h="4218502" w="4202920">
                  <a:moveTo>
                    <a:pt x="4202758" y="2115843"/>
                  </a:moveTo>
                  <a:cubicBezTo>
                    <a:pt x="4211331" y="3257890"/>
                    <a:pt x="3253687" y="4224583"/>
                    <a:pt x="2109735" y="4218392"/>
                  </a:cubicBezTo>
                  <a:cubicBezTo>
                    <a:pt x="960734" y="4230393"/>
                    <a:pt x="-7387" y="3264844"/>
                    <a:pt x="42" y="2115843"/>
                  </a:cubicBezTo>
                  <a:cubicBezTo>
                    <a:pt x="-5768" y="614798"/>
                    <a:pt x="1531853" y="-418569"/>
                    <a:pt x="2917455" y="165885"/>
                  </a:cubicBezTo>
                  <a:cubicBezTo>
                    <a:pt x="3687361" y="482972"/>
                    <a:pt x="4213522" y="1284596"/>
                    <a:pt x="4202758" y="2115843"/>
                  </a:cubicBezTo>
                  <a:close/>
                  <a:moveTo>
                    <a:pt x="4197996" y="2115843"/>
                  </a:moveTo>
                  <a:cubicBezTo>
                    <a:pt x="4205902" y="1290978"/>
                    <a:pt x="3668406" y="503260"/>
                    <a:pt x="2902596" y="202366"/>
                  </a:cubicBezTo>
                  <a:cubicBezTo>
                    <a:pt x="1543950" y="-351132"/>
                    <a:pt x="41286" y="645754"/>
                    <a:pt x="38142" y="2115843"/>
                  </a:cubicBezTo>
                  <a:cubicBezTo>
                    <a:pt x="26141" y="3247984"/>
                    <a:pt x="977593" y="4201818"/>
                    <a:pt x="2109735" y="4194579"/>
                  </a:cubicBezTo>
                  <a:cubicBezTo>
                    <a:pt x="3247020" y="4207724"/>
                    <a:pt x="4208759" y="3254938"/>
                    <a:pt x="4197996" y="211584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18" name="Google Shape;318;p8"/>
            <p:cNvSpPr/>
            <p:nvPr/>
          </p:nvSpPr>
          <p:spPr>
            <a:xfrm>
              <a:off x="7410948" y="2737620"/>
              <a:ext cx="990736" cy="985946"/>
            </a:xfrm>
            <a:custGeom>
              <a:rect b="b" l="l" r="r" t="t"/>
              <a:pathLst>
                <a:path extrusionOk="0" h="3155027" w="3170356">
                  <a:moveTo>
                    <a:pt x="1578764" y="3154990"/>
                  </a:moveTo>
                  <a:cubicBezTo>
                    <a:pt x="723610" y="3160991"/>
                    <a:pt x="-3433" y="2443092"/>
                    <a:pt x="91" y="1585841"/>
                  </a:cubicBezTo>
                  <a:cubicBezTo>
                    <a:pt x="-9339" y="723638"/>
                    <a:pt x="716657" y="-4834"/>
                    <a:pt x="1578764" y="24"/>
                  </a:cubicBezTo>
                  <a:cubicBezTo>
                    <a:pt x="2705763" y="-5215"/>
                    <a:pt x="3487384" y="1152549"/>
                    <a:pt x="3044376" y="2192870"/>
                  </a:cubicBezTo>
                  <a:cubicBezTo>
                    <a:pt x="2804251" y="2769608"/>
                    <a:pt x="2202366" y="3163182"/>
                    <a:pt x="1578764" y="3154895"/>
                  </a:cubicBezTo>
                  <a:close/>
                  <a:moveTo>
                    <a:pt x="1578764" y="3150227"/>
                  </a:moveTo>
                  <a:cubicBezTo>
                    <a:pt x="2196080" y="3155561"/>
                    <a:pt x="2783963" y="2750749"/>
                    <a:pt x="3007514" y="2177630"/>
                  </a:cubicBezTo>
                  <a:cubicBezTo>
                    <a:pt x="3420328" y="1166075"/>
                    <a:pt x="2673187" y="40505"/>
                    <a:pt x="1578764" y="38124"/>
                  </a:cubicBezTo>
                  <a:cubicBezTo>
                    <a:pt x="733421" y="28790"/>
                    <a:pt x="19331" y="740593"/>
                    <a:pt x="23903" y="1585841"/>
                  </a:cubicBezTo>
                  <a:cubicBezTo>
                    <a:pt x="13426" y="2436233"/>
                    <a:pt x="726467" y="3158324"/>
                    <a:pt x="1578764" y="315022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319" name="Google Shape;319;p8"/>
            <p:cNvSpPr/>
            <p:nvPr/>
          </p:nvSpPr>
          <p:spPr>
            <a:xfrm>
              <a:off x="7740761" y="2938277"/>
              <a:ext cx="328077" cy="590431"/>
            </a:xfrm>
            <a:custGeom>
              <a:rect b="b" l="l" r="r" t="t"/>
              <a:pathLst>
                <a:path extrusionOk="0" h="1889378" w="1049847">
                  <a:moveTo>
                    <a:pt x="996697" y="1475041"/>
                  </a:moveTo>
                  <a:cubicBezTo>
                    <a:pt x="959129" y="1540952"/>
                    <a:pt x="905404" y="1596217"/>
                    <a:pt x="840582" y="1635633"/>
                  </a:cubicBezTo>
                  <a:cubicBezTo>
                    <a:pt x="771811" y="1678940"/>
                    <a:pt x="690468" y="1704943"/>
                    <a:pt x="596551" y="1713643"/>
                  </a:cubicBezTo>
                  <a:lnTo>
                    <a:pt x="596551" y="1889379"/>
                  </a:lnTo>
                  <a:lnTo>
                    <a:pt x="455486" y="1889379"/>
                  </a:lnTo>
                  <a:lnTo>
                    <a:pt x="455486" y="1713643"/>
                  </a:lnTo>
                  <a:cubicBezTo>
                    <a:pt x="319596" y="1700943"/>
                    <a:pt x="209709" y="1658303"/>
                    <a:pt x="125826" y="1585722"/>
                  </a:cubicBezTo>
                  <a:cubicBezTo>
                    <a:pt x="41942" y="1513141"/>
                    <a:pt x="1" y="1417701"/>
                    <a:pt x="1" y="1299400"/>
                  </a:cubicBezTo>
                  <a:lnTo>
                    <a:pt x="264605" y="1299400"/>
                  </a:lnTo>
                  <a:cubicBezTo>
                    <a:pt x="266963" y="1350696"/>
                    <a:pt x="285991" y="1399822"/>
                    <a:pt x="318802" y="1439323"/>
                  </a:cubicBezTo>
                  <a:cubicBezTo>
                    <a:pt x="350552" y="1476216"/>
                    <a:pt x="396114" y="1499711"/>
                    <a:pt x="455486" y="1509808"/>
                  </a:cubicBezTo>
                  <a:lnTo>
                    <a:pt x="455486" y="1032510"/>
                  </a:lnTo>
                  <a:cubicBezTo>
                    <a:pt x="375020" y="1013184"/>
                    <a:pt x="296020" y="988198"/>
                    <a:pt x="219076" y="957739"/>
                  </a:cubicBezTo>
                  <a:cubicBezTo>
                    <a:pt x="157689" y="931958"/>
                    <a:pt x="104197" y="890426"/>
                    <a:pt x="64009" y="837343"/>
                  </a:cubicBezTo>
                  <a:cubicBezTo>
                    <a:pt x="21210" y="782415"/>
                    <a:pt x="-126" y="707199"/>
                    <a:pt x="1" y="611695"/>
                  </a:cubicBezTo>
                  <a:cubicBezTo>
                    <a:pt x="1" y="491680"/>
                    <a:pt x="41942" y="392271"/>
                    <a:pt x="125826" y="313468"/>
                  </a:cubicBezTo>
                  <a:cubicBezTo>
                    <a:pt x="209709" y="234664"/>
                    <a:pt x="319596" y="188754"/>
                    <a:pt x="455486" y="175736"/>
                  </a:cubicBezTo>
                  <a:lnTo>
                    <a:pt x="455486" y="0"/>
                  </a:lnTo>
                  <a:lnTo>
                    <a:pt x="596551" y="0"/>
                  </a:lnTo>
                  <a:lnTo>
                    <a:pt x="596551" y="175736"/>
                  </a:lnTo>
                  <a:cubicBezTo>
                    <a:pt x="723551" y="187230"/>
                    <a:pt x="825850" y="227362"/>
                    <a:pt x="903447" y="296132"/>
                  </a:cubicBezTo>
                  <a:cubicBezTo>
                    <a:pt x="981044" y="364903"/>
                    <a:pt x="1024795" y="459264"/>
                    <a:pt x="1034701" y="579215"/>
                  </a:cubicBezTo>
                  <a:lnTo>
                    <a:pt x="770097" y="579215"/>
                  </a:lnTo>
                  <a:cubicBezTo>
                    <a:pt x="765810" y="534634"/>
                    <a:pt x="747579" y="492539"/>
                    <a:pt x="717995" y="458914"/>
                  </a:cubicBezTo>
                  <a:cubicBezTo>
                    <a:pt x="686136" y="422553"/>
                    <a:pt x="643652" y="397129"/>
                    <a:pt x="596551" y="386239"/>
                  </a:cubicBezTo>
                  <a:lnTo>
                    <a:pt x="596551" y="854773"/>
                  </a:lnTo>
                  <a:cubicBezTo>
                    <a:pt x="677122" y="872826"/>
                    <a:pt x="756164" y="897125"/>
                    <a:pt x="832962" y="927449"/>
                  </a:cubicBezTo>
                  <a:cubicBezTo>
                    <a:pt x="893910" y="952940"/>
                    <a:pt x="947042" y="994078"/>
                    <a:pt x="986981" y="1046702"/>
                  </a:cubicBezTo>
                  <a:cubicBezTo>
                    <a:pt x="1028891" y="1100995"/>
                    <a:pt x="1049846" y="1175829"/>
                    <a:pt x="1049846" y="1271206"/>
                  </a:cubicBezTo>
                  <a:cubicBezTo>
                    <a:pt x="1050072" y="1342607"/>
                    <a:pt x="1031758" y="1412843"/>
                    <a:pt x="996697" y="1475041"/>
                  </a:cubicBezTo>
                  <a:close/>
                  <a:moveTo>
                    <a:pt x="304801" y="737521"/>
                  </a:moveTo>
                  <a:cubicBezTo>
                    <a:pt x="340107" y="770858"/>
                    <a:pt x="390335" y="797623"/>
                    <a:pt x="455486" y="817816"/>
                  </a:cubicBezTo>
                  <a:lnTo>
                    <a:pt x="455486" y="379666"/>
                  </a:lnTo>
                  <a:cubicBezTo>
                    <a:pt x="393320" y="387032"/>
                    <a:pt x="343790" y="409448"/>
                    <a:pt x="306896" y="446913"/>
                  </a:cubicBezTo>
                  <a:cubicBezTo>
                    <a:pt x="270003" y="484378"/>
                    <a:pt x="251556" y="535178"/>
                    <a:pt x="251556" y="599313"/>
                  </a:cubicBezTo>
                  <a:cubicBezTo>
                    <a:pt x="251556" y="658114"/>
                    <a:pt x="269304" y="704183"/>
                    <a:pt x="304801" y="737521"/>
                  </a:cubicBezTo>
                  <a:close/>
                  <a:moveTo>
                    <a:pt x="746189" y="1432846"/>
                  </a:moveTo>
                  <a:cubicBezTo>
                    <a:pt x="782233" y="1391855"/>
                    <a:pt x="801575" y="1338827"/>
                    <a:pt x="800386" y="1284256"/>
                  </a:cubicBezTo>
                  <a:cubicBezTo>
                    <a:pt x="800386" y="1226407"/>
                    <a:pt x="782670" y="1181227"/>
                    <a:pt x="747237" y="1148715"/>
                  </a:cubicBezTo>
                  <a:cubicBezTo>
                    <a:pt x="711804" y="1116203"/>
                    <a:pt x="661575" y="1089819"/>
                    <a:pt x="596551" y="1069562"/>
                  </a:cubicBezTo>
                  <a:lnTo>
                    <a:pt x="596551" y="1509903"/>
                  </a:lnTo>
                  <a:cubicBezTo>
                    <a:pt x="660178" y="1499743"/>
                    <a:pt x="710058" y="1474025"/>
                    <a:pt x="746189" y="143275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grpSp>
      <p:grpSp>
        <p:nvGrpSpPr>
          <p:cNvPr id="320" name="Google Shape;320;p8"/>
          <p:cNvGrpSpPr/>
          <p:nvPr/>
        </p:nvGrpSpPr>
        <p:grpSpPr>
          <a:xfrm>
            <a:off x="6685016" y="2482638"/>
            <a:ext cx="765748" cy="808358"/>
            <a:chOff x="3244015" y="1231988"/>
            <a:chExt cx="418674" cy="441971"/>
          </a:xfrm>
        </p:grpSpPr>
        <p:sp>
          <p:nvSpPr>
            <p:cNvPr id="321" name="Google Shape;321;p8"/>
            <p:cNvSpPr/>
            <p:nvPr/>
          </p:nvSpPr>
          <p:spPr>
            <a:xfrm>
              <a:off x="3304885" y="1238462"/>
              <a:ext cx="266776" cy="422118"/>
            </a:xfrm>
            <a:custGeom>
              <a:rect b="b" l="l" r="r" t="t"/>
              <a:pathLst>
                <a:path extrusionOk="0" h="562824" w="355701">
                  <a:moveTo>
                    <a:pt x="355686" y="554184"/>
                  </a:moveTo>
                  <a:lnTo>
                    <a:pt x="347629" y="0"/>
                  </a:lnTo>
                  <a:lnTo>
                    <a:pt x="17249" y="0"/>
                  </a:lnTo>
                  <a:cubicBezTo>
                    <a:pt x="7718" y="17"/>
                    <a:pt x="0" y="7748"/>
                    <a:pt x="0" y="17279"/>
                  </a:cubicBezTo>
                  <a:lnTo>
                    <a:pt x="0" y="554752"/>
                  </a:lnTo>
                  <a:lnTo>
                    <a:pt x="347077" y="562824"/>
                  </a:lnTo>
                  <a:cubicBezTo>
                    <a:pt x="351843" y="562816"/>
                    <a:pt x="355701" y="558950"/>
                    <a:pt x="355701" y="554184"/>
                  </a:cubicBez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8"/>
            <p:cNvSpPr/>
            <p:nvPr/>
          </p:nvSpPr>
          <p:spPr>
            <a:xfrm>
              <a:off x="3304885" y="1238462"/>
              <a:ext cx="273670" cy="429023"/>
            </a:xfrm>
            <a:custGeom>
              <a:rect b="b" l="l" r="r" t="t"/>
              <a:pathLst>
                <a:path extrusionOk="0" h="572031" w="364893">
                  <a:moveTo>
                    <a:pt x="347629" y="0"/>
                  </a:moveTo>
                  <a:lnTo>
                    <a:pt x="347629" y="427719"/>
                  </a:lnTo>
                  <a:cubicBezTo>
                    <a:pt x="347629" y="427719"/>
                    <a:pt x="317229" y="516572"/>
                    <a:pt x="324304" y="516572"/>
                  </a:cubicBezTo>
                  <a:cubicBezTo>
                    <a:pt x="327138" y="516683"/>
                    <a:pt x="329969" y="516267"/>
                    <a:pt x="332652" y="515344"/>
                  </a:cubicBezTo>
                  <a:lnTo>
                    <a:pt x="347629" y="509620"/>
                  </a:lnTo>
                  <a:lnTo>
                    <a:pt x="347629" y="546128"/>
                  </a:lnTo>
                  <a:cubicBezTo>
                    <a:pt x="347638" y="550882"/>
                    <a:pt x="343790" y="554744"/>
                    <a:pt x="339036" y="554752"/>
                  </a:cubicBezTo>
                  <a:cubicBezTo>
                    <a:pt x="339025" y="554752"/>
                    <a:pt x="339015" y="554752"/>
                    <a:pt x="339005" y="554752"/>
                  </a:cubicBezTo>
                  <a:lnTo>
                    <a:pt x="0" y="554752"/>
                  </a:lnTo>
                  <a:cubicBezTo>
                    <a:pt x="0" y="564289"/>
                    <a:pt x="7727" y="572023"/>
                    <a:pt x="17264" y="572032"/>
                  </a:cubicBezTo>
                  <a:lnTo>
                    <a:pt x="347629" y="572032"/>
                  </a:lnTo>
                  <a:cubicBezTo>
                    <a:pt x="357164" y="572032"/>
                    <a:pt x="364893" y="564302"/>
                    <a:pt x="364893" y="554768"/>
                  </a:cubicBezTo>
                  <a:cubicBezTo>
                    <a:pt x="364893" y="554762"/>
                    <a:pt x="364893" y="554757"/>
                    <a:pt x="364893" y="554752"/>
                  </a:cubicBezTo>
                  <a:lnTo>
                    <a:pt x="364893" y="17279"/>
                  </a:lnTo>
                  <a:cubicBezTo>
                    <a:pt x="364902" y="7745"/>
                    <a:pt x="357179" y="8"/>
                    <a:pt x="347645" y="0"/>
                  </a:cubicBezTo>
                  <a:cubicBezTo>
                    <a:pt x="347640" y="0"/>
                    <a:pt x="347634" y="0"/>
                    <a:pt x="347629" y="0"/>
                  </a:cubicBez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8"/>
            <p:cNvSpPr/>
            <p:nvPr/>
          </p:nvSpPr>
          <p:spPr>
            <a:xfrm>
              <a:off x="3280784" y="1385373"/>
              <a:ext cx="193877" cy="212908"/>
            </a:xfrm>
            <a:custGeom>
              <a:rect b="b" l="l" r="r" t="t"/>
              <a:pathLst>
                <a:path extrusionOk="0" h="283877" w="258503">
                  <a:moveTo>
                    <a:pt x="257089" y="122115"/>
                  </a:moveTo>
                  <a:cubicBezTo>
                    <a:pt x="248997" y="118964"/>
                    <a:pt x="240689" y="116399"/>
                    <a:pt x="232229" y="114442"/>
                  </a:cubicBezTo>
                  <a:cubicBezTo>
                    <a:pt x="229324" y="102123"/>
                    <a:pt x="224458" y="90351"/>
                    <a:pt x="217819" y="79576"/>
                  </a:cubicBezTo>
                  <a:cubicBezTo>
                    <a:pt x="222428" y="72209"/>
                    <a:pt x="226496" y="64515"/>
                    <a:pt x="229988" y="56557"/>
                  </a:cubicBezTo>
                  <a:cubicBezTo>
                    <a:pt x="221999" y="45946"/>
                    <a:pt x="212556" y="36513"/>
                    <a:pt x="201936" y="28536"/>
                  </a:cubicBezTo>
                  <a:cubicBezTo>
                    <a:pt x="193978" y="32022"/>
                    <a:pt x="186284" y="36084"/>
                    <a:pt x="178917" y="40690"/>
                  </a:cubicBezTo>
                  <a:cubicBezTo>
                    <a:pt x="168147" y="34030"/>
                    <a:pt x="156374" y="29149"/>
                    <a:pt x="144051" y="26234"/>
                  </a:cubicBezTo>
                  <a:cubicBezTo>
                    <a:pt x="142099" y="17782"/>
                    <a:pt x="139534" y="9484"/>
                    <a:pt x="136378" y="1404"/>
                  </a:cubicBezTo>
                  <a:cubicBezTo>
                    <a:pt x="123227" y="-468"/>
                    <a:pt x="109876" y="-468"/>
                    <a:pt x="96725" y="1404"/>
                  </a:cubicBezTo>
                  <a:cubicBezTo>
                    <a:pt x="93560" y="9491"/>
                    <a:pt x="90995" y="17801"/>
                    <a:pt x="89052" y="26265"/>
                  </a:cubicBezTo>
                  <a:cubicBezTo>
                    <a:pt x="76729" y="29179"/>
                    <a:pt x="64956" y="34061"/>
                    <a:pt x="54186" y="40720"/>
                  </a:cubicBezTo>
                  <a:cubicBezTo>
                    <a:pt x="47111" y="36302"/>
                    <a:pt x="39743" y="32370"/>
                    <a:pt x="32134" y="28950"/>
                  </a:cubicBezTo>
                  <a:cubicBezTo>
                    <a:pt x="32027" y="29088"/>
                    <a:pt x="0" y="69064"/>
                    <a:pt x="0" y="126979"/>
                  </a:cubicBezTo>
                  <a:cubicBezTo>
                    <a:pt x="0" y="184895"/>
                    <a:pt x="32134" y="232390"/>
                    <a:pt x="32134" y="232390"/>
                  </a:cubicBezTo>
                  <a:lnTo>
                    <a:pt x="32134" y="254918"/>
                  </a:lnTo>
                  <a:cubicBezTo>
                    <a:pt x="39745" y="251514"/>
                    <a:pt x="47113" y="247592"/>
                    <a:pt x="54186" y="243178"/>
                  </a:cubicBezTo>
                  <a:cubicBezTo>
                    <a:pt x="64953" y="249844"/>
                    <a:pt x="76727" y="254726"/>
                    <a:pt x="89052" y="257634"/>
                  </a:cubicBezTo>
                  <a:cubicBezTo>
                    <a:pt x="91003" y="266091"/>
                    <a:pt x="93567" y="274395"/>
                    <a:pt x="96725" y="282479"/>
                  </a:cubicBezTo>
                  <a:cubicBezTo>
                    <a:pt x="109877" y="284344"/>
                    <a:pt x="123226" y="284344"/>
                    <a:pt x="136378" y="282479"/>
                  </a:cubicBezTo>
                  <a:cubicBezTo>
                    <a:pt x="139527" y="274381"/>
                    <a:pt x="142091" y="266068"/>
                    <a:pt x="144051" y="257603"/>
                  </a:cubicBezTo>
                  <a:cubicBezTo>
                    <a:pt x="156377" y="254695"/>
                    <a:pt x="168150" y="249814"/>
                    <a:pt x="178917" y="243147"/>
                  </a:cubicBezTo>
                  <a:cubicBezTo>
                    <a:pt x="186283" y="247760"/>
                    <a:pt x="193976" y="251827"/>
                    <a:pt x="201936" y="255317"/>
                  </a:cubicBezTo>
                  <a:cubicBezTo>
                    <a:pt x="212550" y="247332"/>
                    <a:pt x="221984" y="237888"/>
                    <a:pt x="229957" y="227264"/>
                  </a:cubicBezTo>
                  <a:cubicBezTo>
                    <a:pt x="226468" y="219308"/>
                    <a:pt x="222406" y="211615"/>
                    <a:pt x="217804" y="204246"/>
                  </a:cubicBezTo>
                  <a:cubicBezTo>
                    <a:pt x="224463" y="193476"/>
                    <a:pt x="229345" y="181703"/>
                    <a:pt x="232259" y="169380"/>
                  </a:cubicBezTo>
                  <a:cubicBezTo>
                    <a:pt x="240716" y="167427"/>
                    <a:pt x="249019" y="164863"/>
                    <a:pt x="257104" y="161707"/>
                  </a:cubicBezTo>
                  <a:cubicBezTo>
                    <a:pt x="258970" y="148555"/>
                    <a:pt x="258970" y="135205"/>
                    <a:pt x="257104" y="122053"/>
                  </a:cubicBezTo>
                  <a:close/>
                  <a:moveTo>
                    <a:pt x="116536" y="226267"/>
                  </a:moveTo>
                  <a:cubicBezTo>
                    <a:pt x="69922" y="226318"/>
                    <a:pt x="32093" y="188571"/>
                    <a:pt x="32042" y="141957"/>
                  </a:cubicBezTo>
                  <a:cubicBezTo>
                    <a:pt x="31991" y="95343"/>
                    <a:pt x="69738" y="57514"/>
                    <a:pt x="116352" y="57463"/>
                  </a:cubicBezTo>
                  <a:cubicBezTo>
                    <a:pt x="162966" y="57412"/>
                    <a:pt x="200796" y="95159"/>
                    <a:pt x="200846" y="141773"/>
                  </a:cubicBezTo>
                  <a:cubicBezTo>
                    <a:pt x="200846" y="141829"/>
                    <a:pt x="200846" y="141885"/>
                    <a:pt x="200846" y="141942"/>
                  </a:cubicBezTo>
                  <a:cubicBezTo>
                    <a:pt x="200846" y="188507"/>
                    <a:pt x="163102" y="226258"/>
                    <a:pt x="116536" y="226267"/>
                  </a:cubicBez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8"/>
            <p:cNvSpPr/>
            <p:nvPr/>
          </p:nvSpPr>
          <p:spPr>
            <a:xfrm>
              <a:off x="3250498" y="1374151"/>
              <a:ext cx="189609" cy="189599"/>
            </a:xfrm>
            <a:custGeom>
              <a:rect b="b" l="l" r="r" t="t"/>
              <a:pathLst>
                <a:path extrusionOk="0" h="252799" w="252812">
                  <a:moveTo>
                    <a:pt x="139793" y="252800"/>
                  </a:moveTo>
                  <a:cubicBezTo>
                    <a:pt x="202222" y="252790"/>
                    <a:pt x="252823" y="202174"/>
                    <a:pt x="252813" y="139745"/>
                  </a:cubicBezTo>
                  <a:cubicBezTo>
                    <a:pt x="252809" y="117503"/>
                    <a:pt x="246244" y="95756"/>
                    <a:pt x="233940" y="77228"/>
                  </a:cubicBezTo>
                  <a:cubicBezTo>
                    <a:pt x="240631" y="66486"/>
                    <a:pt x="244252" y="43559"/>
                    <a:pt x="244252" y="43559"/>
                  </a:cubicBezTo>
                  <a:cubicBezTo>
                    <a:pt x="239039" y="38105"/>
                    <a:pt x="233394" y="33081"/>
                    <a:pt x="227372" y="28536"/>
                  </a:cubicBezTo>
                  <a:cubicBezTo>
                    <a:pt x="219417" y="32028"/>
                    <a:pt x="211724" y="36090"/>
                    <a:pt x="204353" y="40690"/>
                  </a:cubicBezTo>
                  <a:cubicBezTo>
                    <a:pt x="193580" y="34036"/>
                    <a:pt x="181808" y="29155"/>
                    <a:pt x="169487" y="26234"/>
                  </a:cubicBezTo>
                  <a:cubicBezTo>
                    <a:pt x="167534" y="17782"/>
                    <a:pt x="164970" y="9484"/>
                    <a:pt x="161814" y="1404"/>
                  </a:cubicBezTo>
                  <a:cubicBezTo>
                    <a:pt x="148663" y="-468"/>
                    <a:pt x="135312" y="-468"/>
                    <a:pt x="122161" y="1404"/>
                  </a:cubicBezTo>
                  <a:cubicBezTo>
                    <a:pt x="118996" y="9491"/>
                    <a:pt x="116431" y="17801"/>
                    <a:pt x="114488" y="26265"/>
                  </a:cubicBezTo>
                  <a:cubicBezTo>
                    <a:pt x="102161" y="29159"/>
                    <a:pt x="90379" y="34014"/>
                    <a:pt x="79591" y="40644"/>
                  </a:cubicBezTo>
                  <a:cubicBezTo>
                    <a:pt x="72219" y="36043"/>
                    <a:pt x="64526" y="31976"/>
                    <a:pt x="56573" y="28474"/>
                  </a:cubicBezTo>
                  <a:cubicBezTo>
                    <a:pt x="45958" y="36465"/>
                    <a:pt x="36524" y="45914"/>
                    <a:pt x="28551" y="56542"/>
                  </a:cubicBezTo>
                  <a:cubicBezTo>
                    <a:pt x="32037" y="64500"/>
                    <a:pt x="36099" y="72194"/>
                    <a:pt x="40705" y="79561"/>
                  </a:cubicBezTo>
                  <a:cubicBezTo>
                    <a:pt x="34049" y="90333"/>
                    <a:pt x="29168" y="102105"/>
                    <a:pt x="26249" y="114426"/>
                  </a:cubicBezTo>
                  <a:cubicBezTo>
                    <a:pt x="17795" y="116386"/>
                    <a:pt x="9492" y="118950"/>
                    <a:pt x="1404" y="122099"/>
                  </a:cubicBezTo>
                  <a:cubicBezTo>
                    <a:pt x="-468" y="135251"/>
                    <a:pt x="-468" y="148601"/>
                    <a:pt x="1404" y="161753"/>
                  </a:cubicBezTo>
                  <a:cubicBezTo>
                    <a:pt x="9496" y="164904"/>
                    <a:pt x="17804" y="167468"/>
                    <a:pt x="26264" y="169426"/>
                  </a:cubicBezTo>
                  <a:cubicBezTo>
                    <a:pt x="29184" y="181747"/>
                    <a:pt x="34065" y="193519"/>
                    <a:pt x="40720" y="204292"/>
                  </a:cubicBezTo>
                  <a:cubicBezTo>
                    <a:pt x="36110" y="211659"/>
                    <a:pt x="32043" y="219352"/>
                    <a:pt x="28551" y="227310"/>
                  </a:cubicBezTo>
                  <a:cubicBezTo>
                    <a:pt x="33102" y="233332"/>
                    <a:pt x="38131" y="238978"/>
                    <a:pt x="43590" y="244191"/>
                  </a:cubicBezTo>
                  <a:cubicBezTo>
                    <a:pt x="43590" y="244191"/>
                    <a:pt x="66609" y="240569"/>
                    <a:pt x="77259" y="233863"/>
                  </a:cubicBezTo>
                  <a:cubicBezTo>
                    <a:pt x="95782" y="246204"/>
                    <a:pt x="117550" y="252773"/>
                    <a:pt x="139808" y="252739"/>
                  </a:cubicBezTo>
                  <a:close/>
                  <a:moveTo>
                    <a:pt x="141957" y="57616"/>
                  </a:moveTo>
                  <a:cubicBezTo>
                    <a:pt x="188528" y="57616"/>
                    <a:pt x="226282" y="95370"/>
                    <a:pt x="226282" y="141942"/>
                  </a:cubicBezTo>
                  <a:cubicBezTo>
                    <a:pt x="226282" y="188513"/>
                    <a:pt x="188528" y="226267"/>
                    <a:pt x="141957" y="226267"/>
                  </a:cubicBezTo>
                  <a:cubicBezTo>
                    <a:pt x="95385" y="226267"/>
                    <a:pt x="57631" y="188513"/>
                    <a:pt x="57631" y="141942"/>
                  </a:cubicBezTo>
                  <a:cubicBezTo>
                    <a:pt x="57631" y="141936"/>
                    <a:pt x="57631" y="141931"/>
                    <a:pt x="57631" y="141926"/>
                  </a:cubicBezTo>
                  <a:cubicBezTo>
                    <a:pt x="57631" y="95355"/>
                    <a:pt x="95385" y="57601"/>
                    <a:pt x="141957" y="57601"/>
                  </a:cubicBezTo>
                  <a:cubicBezTo>
                    <a:pt x="141982" y="57601"/>
                    <a:pt x="142008" y="57601"/>
                    <a:pt x="142033" y="57601"/>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8"/>
            <p:cNvSpPr/>
            <p:nvPr/>
          </p:nvSpPr>
          <p:spPr>
            <a:xfrm>
              <a:off x="3283178" y="1406809"/>
              <a:ext cx="180239" cy="180273"/>
            </a:xfrm>
            <a:custGeom>
              <a:rect b="b" l="l" r="r" t="t"/>
              <a:pathLst>
                <a:path extrusionOk="0" h="240364" w="240318">
                  <a:moveTo>
                    <a:pt x="36017" y="199665"/>
                  </a:moveTo>
                  <a:cubicBezTo>
                    <a:pt x="46786" y="206330"/>
                    <a:pt x="58559" y="211216"/>
                    <a:pt x="70882" y="214136"/>
                  </a:cubicBezTo>
                  <a:cubicBezTo>
                    <a:pt x="72838" y="222587"/>
                    <a:pt x="75402" y="230885"/>
                    <a:pt x="78555" y="238965"/>
                  </a:cubicBezTo>
                  <a:cubicBezTo>
                    <a:pt x="91707" y="240831"/>
                    <a:pt x="105057" y="240831"/>
                    <a:pt x="118209" y="238965"/>
                  </a:cubicBezTo>
                  <a:cubicBezTo>
                    <a:pt x="121363" y="230875"/>
                    <a:pt x="123927" y="222566"/>
                    <a:pt x="125882" y="214105"/>
                  </a:cubicBezTo>
                  <a:cubicBezTo>
                    <a:pt x="138198" y="211193"/>
                    <a:pt x="149966" y="206317"/>
                    <a:pt x="160732" y="199665"/>
                  </a:cubicBezTo>
                  <a:cubicBezTo>
                    <a:pt x="168098" y="204277"/>
                    <a:pt x="175792" y="208344"/>
                    <a:pt x="183751" y="211834"/>
                  </a:cubicBezTo>
                  <a:cubicBezTo>
                    <a:pt x="194366" y="203849"/>
                    <a:pt x="203799" y="194405"/>
                    <a:pt x="211773" y="183782"/>
                  </a:cubicBezTo>
                  <a:cubicBezTo>
                    <a:pt x="208287" y="175823"/>
                    <a:pt x="204224" y="168130"/>
                    <a:pt x="199619" y="160763"/>
                  </a:cubicBezTo>
                  <a:cubicBezTo>
                    <a:pt x="206280" y="149994"/>
                    <a:pt x="211161" y="138221"/>
                    <a:pt x="214074" y="125897"/>
                  </a:cubicBezTo>
                  <a:cubicBezTo>
                    <a:pt x="222529" y="123938"/>
                    <a:pt x="230832" y="121373"/>
                    <a:pt x="238919" y="118224"/>
                  </a:cubicBezTo>
                  <a:cubicBezTo>
                    <a:pt x="240785" y="105072"/>
                    <a:pt x="240785" y="91723"/>
                    <a:pt x="238919" y="78571"/>
                  </a:cubicBezTo>
                  <a:cubicBezTo>
                    <a:pt x="230828" y="75420"/>
                    <a:pt x="222519" y="72855"/>
                    <a:pt x="214059" y="70898"/>
                  </a:cubicBezTo>
                  <a:cubicBezTo>
                    <a:pt x="211146" y="58574"/>
                    <a:pt x="206264" y="46802"/>
                    <a:pt x="199603" y="36032"/>
                  </a:cubicBezTo>
                  <a:cubicBezTo>
                    <a:pt x="204213" y="28665"/>
                    <a:pt x="208280" y="20971"/>
                    <a:pt x="211773" y="13013"/>
                  </a:cubicBezTo>
                  <a:cubicBezTo>
                    <a:pt x="208339" y="8452"/>
                    <a:pt x="204629" y="4106"/>
                    <a:pt x="200662" y="0"/>
                  </a:cubicBezTo>
                  <a:cubicBezTo>
                    <a:pt x="194790" y="10967"/>
                    <a:pt x="188652" y="21587"/>
                    <a:pt x="182247" y="31858"/>
                  </a:cubicBezTo>
                  <a:cubicBezTo>
                    <a:pt x="215406" y="81757"/>
                    <a:pt x="201835" y="149089"/>
                    <a:pt x="151936" y="182247"/>
                  </a:cubicBezTo>
                  <a:cubicBezTo>
                    <a:pt x="115559" y="206420"/>
                    <a:pt x="68234" y="206420"/>
                    <a:pt x="31858" y="182247"/>
                  </a:cubicBezTo>
                  <a:cubicBezTo>
                    <a:pt x="21627" y="188662"/>
                    <a:pt x="11008" y="194800"/>
                    <a:pt x="0" y="200662"/>
                  </a:cubicBezTo>
                  <a:cubicBezTo>
                    <a:pt x="4116" y="204619"/>
                    <a:pt x="8467" y="208324"/>
                    <a:pt x="13029" y="211757"/>
                  </a:cubicBezTo>
                  <a:cubicBezTo>
                    <a:pt x="20985" y="208262"/>
                    <a:pt x="28678" y="204195"/>
                    <a:pt x="36047" y="199588"/>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8"/>
            <p:cNvSpPr/>
            <p:nvPr/>
          </p:nvSpPr>
          <p:spPr>
            <a:xfrm>
              <a:off x="3542991" y="1355807"/>
              <a:ext cx="105104" cy="231263"/>
            </a:xfrm>
            <a:custGeom>
              <a:rect b="b" l="l" r="r" t="t"/>
              <a:pathLst>
                <a:path extrusionOk="0" h="308350" w="140138">
                  <a:moveTo>
                    <a:pt x="94177" y="9076"/>
                  </a:moveTo>
                  <a:lnTo>
                    <a:pt x="0" y="279592"/>
                  </a:lnTo>
                  <a:lnTo>
                    <a:pt x="44334" y="308350"/>
                  </a:lnTo>
                  <a:lnTo>
                    <a:pt x="140138" y="8999"/>
                  </a:lnTo>
                  <a:cubicBezTo>
                    <a:pt x="136367" y="6335"/>
                    <a:pt x="132232" y="4226"/>
                    <a:pt x="127862" y="2738"/>
                  </a:cubicBezTo>
                  <a:cubicBezTo>
                    <a:pt x="112332" y="-2664"/>
                    <a:pt x="97170" y="175"/>
                    <a:pt x="94101" y="907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8"/>
            <p:cNvSpPr/>
            <p:nvPr/>
          </p:nvSpPr>
          <p:spPr>
            <a:xfrm>
              <a:off x="3573710" y="1362556"/>
              <a:ext cx="82517" cy="224513"/>
            </a:xfrm>
            <a:custGeom>
              <a:rect b="b" l="l" r="r" t="t"/>
              <a:pathLst>
                <a:path extrusionOk="0" h="299351" w="110022">
                  <a:moveTo>
                    <a:pt x="99180" y="0"/>
                  </a:moveTo>
                  <a:lnTo>
                    <a:pt x="0" y="284849"/>
                  </a:lnTo>
                  <a:lnTo>
                    <a:pt x="3376" y="299351"/>
                  </a:lnTo>
                  <a:lnTo>
                    <a:pt x="15284" y="290144"/>
                  </a:lnTo>
                  <a:lnTo>
                    <a:pt x="109462" y="19658"/>
                  </a:lnTo>
                  <a:cubicBezTo>
                    <a:pt x="111641" y="13412"/>
                    <a:pt x="107313" y="5847"/>
                    <a:pt x="99180" y="0"/>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8"/>
            <p:cNvSpPr/>
            <p:nvPr/>
          </p:nvSpPr>
          <p:spPr>
            <a:xfrm>
              <a:off x="3541944" y="1565500"/>
              <a:ext cx="34654" cy="56741"/>
            </a:xfrm>
            <a:custGeom>
              <a:rect b="b" l="l" r="r" t="t"/>
              <a:pathLst>
                <a:path extrusionOk="0" h="75655" w="46205">
                  <a:moveTo>
                    <a:pt x="42355" y="14256"/>
                  </a:moveTo>
                  <a:lnTo>
                    <a:pt x="1397" y="0"/>
                  </a:lnTo>
                  <a:lnTo>
                    <a:pt x="1397" y="107"/>
                  </a:lnTo>
                  <a:cubicBezTo>
                    <a:pt x="473" y="2783"/>
                    <a:pt x="1" y="5594"/>
                    <a:pt x="0" y="8425"/>
                  </a:cubicBezTo>
                  <a:lnTo>
                    <a:pt x="0" y="72970"/>
                  </a:lnTo>
                  <a:cubicBezTo>
                    <a:pt x="-6" y="73886"/>
                    <a:pt x="155" y="74796"/>
                    <a:pt x="476" y="75655"/>
                  </a:cubicBezTo>
                  <a:lnTo>
                    <a:pt x="45777" y="28758"/>
                  </a:lnTo>
                  <a:cubicBezTo>
                    <a:pt x="46866" y="27224"/>
                    <a:pt x="45930" y="19551"/>
                    <a:pt x="42401" y="1425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8"/>
            <p:cNvSpPr/>
            <p:nvPr/>
          </p:nvSpPr>
          <p:spPr>
            <a:xfrm>
              <a:off x="3542267" y="1576193"/>
              <a:ext cx="42872" cy="49716"/>
            </a:xfrm>
            <a:custGeom>
              <a:rect b="b" l="l" r="r" t="t"/>
              <a:pathLst>
                <a:path extrusionOk="0" h="66288" w="57163">
                  <a:moveTo>
                    <a:pt x="41925" y="0"/>
                  </a:moveTo>
                  <a:cubicBezTo>
                    <a:pt x="41450" y="1714"/>
                    <a:pt x="40665" y="3327"/>
                    <a:pt x="39608" y="4757"/>
                  </a:cubicBezTo>
                  <a:lnTo>
                    <a:pt x="0" y="61399"/>
                  </a:lnTo>
                  <a:cubicBezTo>
                    <a:pt x="1479" y="65307"/>
                    <a:pt x="5846" y="67275"/>
                    <a:pt x="9754" y="65796"/>
                  </a:cubicBezTo>
                  <a:cubicBezTo>
                    <a:pt x="11037" y="65311"/>
                    <a:pt x="12163" y="64485"/>
                    <a:pt x="13013" y="63409"/>
                  </a:cubicBezTo>
                  <a:lnTo>
                    <a:pt x="53112" y="12768"/>
                  </a:lnTo>
                  <a:cubicBezTo>
                    <a:pt x="54868" y="10553"/>
                    <a:pt x="56238" y="8057"/>
                    <a:pt x="57163" y="5386"/>
                  </a:cubicBezTo>
                  <a:lnTo>
                    <a:pt x="57163" y="5264"/>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8"/>
            <p:cNvSpPr/>
            <p:nvPr/>
          </p:nvSpPr>
          <p:spPr>
            <a:xfrm>
              <a:off x="3244015" y="1231988"/>
              <a:ext cx="418674" cy="441971"/>
            </a:xfrm>
            <a:custGeom>
              <a:rect b="b" l="l" r="r" t="t"/>
              <a:pathLst>
                <a:path extrusionOk="0" h="589295" w="558232">
                  <a:moveTo>
                    <a:pt x="428790" y="589288"/>
                  </a:moveTo>
                  <a:lnTo>
                    <a:pt x="327077" y="589288"/>
                  </a:lnTo>
                  <a:cubicBezTo>
                    <a:pt x="322310" y="589489"/>
                    <a:pt x="318282" y="585787"/>
                    <a:pt x="318081" y="581020"/>
                  </a:cubicBezTo>
                  <a:cubicBezTo>
                    <a:pt x="317880" y="576253"/>
                    <a:pt x="321582" y="572225"/>
                    <a:pt x="326349" y="572024"/>
                  </a:cubicBezTo>
                  <a:cubicBezTo>
                    <a:pt x="326592" y="572014"/>
                    <a:pt x="326835" y="572014"/>
                    <a:pt x="327077" y="572024"/>
                  </a:cubicBezTo>
                  <a:lnTo>
                    <a:pt x="428790" y="572024"/>
                  </a:lnTo>
                  <a:cubicBezTo>
                    <a:pt x="433558" y="572016"/>
                    <a:pt x="437421" y="568152"/>
                    <a:pt x="437429" y="563384"/>
                  </a:cubicBezTo>
                  <a:lnTo>
                    <a:pt x="437429" y="502507"/>
                  </a:lnTo>
                  <a:lnTo>
                    <a:pt x="417480" y="527721"/>
                  </a:lnTo>
                  <a:cubicBezTo>
                    <a:pt x="414121" y="532083"/>
                    <a:pt x="408748" y="534404"/>
                    <a:pt x="403270" y="533859"/>
                  </a:cubicBezTo>
                  <a:cubicBezTo>
                    <a:pt x="402917" y="533859"/>
                    <a:pt x="317471" y="533936"/>
                    <a:pt x="317471" y="533936"/>
                  </a:cubicBezTo>
                  <a:cubicBezTo>
                    <a:pt x="312704" y="534137"/>
                    <a:pt x="308676" y="530435"/>
                    <a:pt x="308475" y="525668"/>
                  </a:cubicBezTo>
                  <a:cubicBezTo>
                    <a:pt x="308274" y="520900"/>
                    <a:pt x="311976" y="516873"/>
                    <a:pt x="316743" y="516672"/>
                  </a:cubicBezTo>
                  <a:cubicBezTo>
                    <a:pt x="316985" y="516661"/>
                    <a:pt x="317228" y="516661"/>
                    <a:pt x="317471" y="516672"/>
                  </a:cubicBezTo>
                  <a:lnTo>
                    <a:pt x="388584" y="516672"/>
                  </a:lnTo>
                  <a:lnTo>
                    <a:pt x="388584" y="453109"/>
                  </a:lnTo>
                  <a:cubicBezTo>
                    <a:pt x="388578" y="449310"/>
                    <a:pt x="389216" y="445538"/>
                    <a:pt x="390471" y="441953"/>
                  </a:cubicBezTo>
                  <a:lnTo>
                    <a:pt x="437460" y="307001"/>
                  </a:lnTo>
                  <a:lnTo>
                    <a:pt x="437460" y="25912"/>
                  </a:lnTo>
                  <a:cubicBezTo>
                    <a:pt x="437452" y="21144"/>
                    <a:pt x="433588" y="17280"/>
                    <a:pt x="428820" y="17272"/>
                  </a:cubicBezTo>
                  <a:lnTo>
                    <a:pt x="370921" y="17272"/>
                  </a:lnTo>
                  <a:cubicBezTo>
                    <a:pt x="366153" y="17071"/>
                    <a:pt x="362451" y="13043"/>
                    <a:pt x="362653" y="8276"/>
                  </a:cubicBezTo>
                  <a:cubicBezTo>
                    <a:pt x="362842" y="3790"/>
                    <a:pt x="366435" y="197"/>
                    <a:pt x="370921" y="8"/>
                  </a:cubicBezTo>
                  <a:lnTo>
                    <a:pt x="428790" y="8"/>
                  </a:lnTo>
                  <a:cubicBezTo>
                    <a:pt x="443089" y="25"/>
                    <a:pt x="454677" y="11612"/>
                    <a:pt x="454693" y="25912"/>
                  </a:cubicBezTo>
                  <a:lnTo>
                    <a:pt x="454693" y="257404"/>
                  </a:lnTo>
                  <a:lnTo>
                    <a:pt x="484649" y="171329"/>
                  </a:lnTo>
                  <a:cubicBezTo>
                    <a:pt x="487181" y="164086"/>
                    <a:pt x="494025" y="158914"/>
                    <a:pt x="503416" y="157149"/>
                  </a:cubicBezTo>
                  <a:cubicBezTo>
                    <a:pt x="521132" y="154640"/>
                    <a:pt x="538967" y="160848"/>
                    <a:pt x="551296" y="173815"/>
                  </a:cubicBezTo>
                  <a:cubicBezTo>
                    <a:pt x="557572" y="181043"/>
                    <a:pt x="559720" y="189345"/>
                    <a:pt x="557204" y="196588"/>
                  </a:cubicBezTo>
                  <a:lnTo>
                    <a:pt x="488485" y="393966"/>
                  </a:lnTo>
                  <a:cubicBezTo>
                    <a:pt x="486909" y="398471"/>
                    <a:pt x="481979" y="400845"/>
                    <a:pt x="477474" y="399268"/>
                  </a:cubicBezTo>
                  <a:cubicBezTo>
                    <a:pt x="472970" y="397692"/>
                    <a:pt x="470596" y="392762"/>
                    <a:pt x="472172" y="388258"/>
                  </a:cubicBezTo>
                  <a:lnTo>
                    <a:pt x="540906" y="190910"/>
                  </a:lnTo>
                  <a:cubicBezTo>
                    <a:pt x="541229" y="189974"/>
                    <a:pt x="540538" y="187764"/>
                    <a:pt x="538267" y="185140"/>
                  </a:cubicBezTo>
                  <a:cubicBezTo>
                    <a:pt x="529962" y="176807"/>
                    <a:pt x="518292" y="172746"/>
                    <a:pt x="506608" y="174122"/>
                  </a:cubicBezTo>
                  <a:cubicBezTo>
                    <a:pt x="503202" y="174766"/>
                    <a:pt x="501283" y="176055"/>
                    <a:pt x="500961" y="177007"/>
                  </a:cubicBezTo>
                  <a:lnTo>
                    <a:pt x="409561" y="439359"/>
                  </a:lnTo>
                  <a:lnTo>
                    <a:pt x="449461" y="453263"/>
                  </a:lnTo>
                  <a:lnTo>
                    <a:pt x="460203" y="422249"/>
                  </a:lnTo>
                  <a:cubicBezTo>
                    <a:pt x="461898" y="417788"/>
                    <a:pt x="466887" y="415546"/>
                    <a:pt x="471348" y="417241"/>
                  </a:cubicBezTo>
                  <a:cubicBezTo>
                    <a:pt x="475631" y="418869"/>
                    <a:pt x="477899" y="423558"/>
                    <a:pt x="476515" y="427927"/>
                  </a:cubicBezTo>
                  <a:lnTo>
                    <a:pt x="462842" y="467212"/>
                  </a:lnTo>
                  <a:cubicBezTo>
                    <a:pt x="461589" y="470796"/>
                    <a:pt x="459748" y="474146"/>
                    <a:pt x="457394" y="477125"/>
                  </a:cubicBezTo>
                  <a:lnTo>
                    <a:pt x="454540" y="480716"/>
                  </a:lnTo>
                  <a:lnTo>
                    <a:pt x="454540" y="563384"/>
                  </a:lnTo>
                  <a:cubicBezTo>
                    <a:pt x="454523" y="577624"/>
                    <a:pt x="443029" y="589187"/>
                    <a:pt x="428790" y="589288"/>
                  </a:cubicBezTo>
                  <a:close/>
                  <a:moveTo>
                    <a:pt x="405771" y="456316"/>
                  </a:moveTo>
                  <a:lnTo>
                    <a:pt x="405771" y="514631"/>
                  </a:lnTo>
                  <a:lnTo>
                    <a:pt x="441972" y="468946"/>
                  </a:lnTo>
                  <a:close/>
                  <a:moveTo>
                    <a:pt x="292549" y="589288"/>
                  </a:moveTo>
                  <a:lnTo>
                    <a:pt x="98424" y="589288"/>
                  </a:lnTo>
                  <a:cubicBezTo>
                    <a:pt x="84125" y="589271"/>
                    <a:pt x="72538" y="577684"/>
                    <a:pt x="72521" y="563384"/>
                  </a:cubicBezTo>
                  <a:lnTo>
                    <a:pt x="72521" y="451176"/>
                  </a:lnTo>
                  <a:cubicBezTo>
                    <a:pt x="71186" y="451789"/>
                    <a:pt x="69896" y="452373"/>
                    <a:pt x="68607" y="452910"/>
                  </a:cubicBezTo>
                  <a:cubicBezTo>
                    <a:pt x="65777" y="454121"/>
                    <a:pt x="62515" y="453722"/>
                    <a:pt x="60060" y="451866"/>
                  </a:cubicBezTo>
                  <a:cubicBezTo>
                    <a:pt x="48774" y="443375"/>
                    <a:pt x="38751" y="433326"/>
                    <a:pt x="30289" y="422018"/>
                  </a:cubicBezTo>
                  <a:cubicBezTo>
                    <a:pt x="28437" y="419556"/>
                    <a:pt x="28034" y="416295"/>
                    <a:pt x="29230" y="413455"/>
                  </a:cubicBezTo>
                  <a:cubicBezTo>
                    <a:pt x="32175" y="406688"/>
                    <a:pt x="35542" y="400112"/>
                    <a:pt x="39312" y="393767"/>
                  </a:cubicBezTo>
                  <a:cubicBezTo>
                    <a:pt x="34394" y="385023"/>
                    <a:pt x="30536" y="375724"/>
                    <a:pt x="27818" y="366068"/>
                  </a:cubicBezTo>
                  <a:cubicBezTo>
                    <a:pt x="20676" y="364241"/>
                    <a:pt x="13654" y="361971"/>
                    <a:pt x="6794" y="359269"/>
                  </a:cubicBezTo>
                  <a:cubicBezTo>
                    <a:pt x="3937" y="358115"/>
                    <a:pt x="1913" y="355523"/>
                    <a:pt x="1485" y="352471"/>
                  </a:cubicBezTo>
                  <a:cubicBezTo>
                    <a:pt x="-495" y="338520"/>
                    <a:pt x="-495" y="324359"/>
                    <a:pt x="1485" y="310408"/>
                  </a:cubicBezTo>
                  <a:cubicBezTo>
                    <a:pt x="1925" y="307357"/>
                    <a:pt x="3952" y="304768"/>
                    <a:pt x="6810" y="303610"/>
                  </a:cubicBezTo>
                  <a:cubicBezTo>
                    <a:pt x="13658" y="300912"/>
                    <a:pt x="20670" y="298646"/>
                    <a:pt x="27803" y="296827"/>
                  </a:cubicBezTo>
                  <a:cubicBezTo>
                    <a:pt x="30526" y="287197"/>
                    <a:pt x="34385" y="277924"/>
                    <a:pt x="39297" y="269205"/>
                  </a:cubicBezTo>
                  <a:cubicBezTo>
                    <a:pt x="35535" y="262868"/>
                    <a:pt x="32173" y="256303"/>
                    <a:pt x="29230" y="249547"/>
                  </a:cubicBezTo>
                  <a:cubicBezTo>
                    <a:pt x="28033" y="246710"/>
                    <a:pt x="28430" y="243450"/>
                    <a:pt x="30274" y="240984"/>
                  </a:cubicBezTo>
                  <a:cubicBezTo>
                    <a:pt x="38745" y="229717"/>
                    <a:pt x="48756" y="219696"/>
                    <a:pt x="60014" y="211213"/>
                  </a:cubicBezTo>
                  <a:cubicBezTo>
                    <a:pt x="62480" y="209369"/>
                    <a:pt x="65740" y="208972"/>
                    <a:pt x="68577" y="210169"/>
                  </a:cubicBezTo>
                  <a:cubicBezTo>
                    <a:pt x="75338" y="213112"/>
                    <a:pt x="81909" y="216474"/>
                    <a:pt x="88250" y="220236"/>
                  </a:cubicBezTo>
                  <a:cubicBezTo>
                    <a:pt x="97006" y="215312"/>
                    <a:pt x="106314" y="211444"/>
                    <a:pt x="115980" y="208711"/>
                  </a:cubicBezTo>
                  <a:cubicBezTo>
                    <a:pt x="117797" y="201568"/>
                    <a:pt x="120062" y="194546"/>
                    <a:pt x="122763" y="187688"/>
                  </a:cubicBezTo>
                  <a:cubicBezTo>
                    <a:pt x="123911" y="184822"/>
                    <a:pt x="126504" y="182791"/>
                    <a:pt x="129561" y="182363"/>
                  </a:cubicBezTo>
                  <a:cubicBezTo>
                    <a:pt x="136494" y="181360"/>
                    <a:pt x="143488" y="180847"/>
                    <a:pt x="150493" y="180828"/>
                  </a:cubicBezTo>
                  <a:lnTo>
                    <a:pt x="214869" y="180828"/>
                  </a:lnTo>
                  <a:cubicBezTo>
                    <a:pt x="219636" y="181029"/>
                    <a:pt x="223338" y="185057"/>
                    <a:pt x="223137" y="189824"/>
                  </a:cubicBezTo>
                  <a:cubicBezTo>
                    <a:pt x="222947" y="194310"/>
                    <a:pt x="219354" y="197903"/>
                    <a:pt x="214869" y="198092"/>
                  </a:cubicBezTo>
                  <a:lnTo>
                    <a:pt x="182167" y="198092"/>
                  </a:lnTo>
                  <a:cubicBezTo>
                    <a:pt x="183190" y="201427"/>
                    <a:pt x="184213" y="204946"/>
                    <a:pt x="185236" y="208650"/>
                  </a:cubicBezTo>
                  <a:cubicBezTo>
                    <a:pt x="194890" y="211369"/>
                    <a:pt x="204188" y="215222"/>
                    <a:pt x="212935" y="220129"/>
                  </a:cubicBezTo>
                  <a:cubicBezTo>
                    <a:pt x="219263" y="216365"/>
                    <a:pt x="225824" y="213008"/>
                    <a:pt x="232578" y="210077"/>
                  </a:cubicBezTo>
                  <a:cubicBezTo>
                    <a:pt x="235418" y="208867"/>
                    <a:pt x="238688" y="209265"/>
                    <a:pt x="241156" y="211121"/>
                  </a:cubicBezTo>
                  <a:cubicBezTo>
                    <a:pt x="249591" y="217452"/>
                    <a:pt x="257337" y="224653"/>
                    <a:pt x="264267" y="232605"/>
                  </a:cubicBezTo>
                  <a:lnTo>
                    <a:pt x="394215" y="232605"/>
                  </a:lnTo>
                  <a:cubicBezTo>
                    <a:pt x="398983" y="232404"/>
                    <a:pt x="403010" y="236105"/>
                    <a:pt x="403212" y="240873"/>
                  </a:cubicBezTo>
                  <a:cubicBezTo>
                    <a:pt x="403413" y="245640"/>
                    <a:pt x="399711" y="249668"/>
                    <a:pt x="394944" y="249869"/>
                  </a:cubicBezTo>
                  <a:cubicBezTo>
                    <a:pt x="394701" y="249879"/>
                    <a:pt x="394458" y="249879"/>
                    <a:pt x="394215" y="249869"/>
                  </a:cubicBezTo>
                  <a:lnTo>
                    <a:pt x="271740" y="249869"/>
                  </a:lnTo>
                  <a:cubicBezTo>
                    <a:pt x="268850" y="256468"/>
                    <a:pt x="265560" y="262884"/>
                    <a:pt x="261888" y="269082"/>
                  </a:cubicBezTo>
                  <a:cubicBezTo>
                    <a:pt x="264651" y="274032"/>
                    <a:pt x="267086" y="279158"/>
                    <a:pt x="269178" y="284428"/>
                  </a:cubicBezTo>
                  <a:lnTo>
                    <a:pt x="394215" y="284428"/>
                  </a:lnTo>
                  <a:cubicBezTo>
                    <a:pt x="398983" y="284227"/>
                    <a:pt x="403010" y="287928"/>
                    <a:pt x="403212" y="292696"/>
                  </a:cubicBezTo>
                  <a:cubicBezTo>
                    <a:pt x="403413" y="297463"/>
                    <a:pt x="399711" y="301491"/>
                    <a:pt x="394944" y="301692"/>
                  </a:cubicBezTo>
                  <a:cubicBezTo>
                    <a:pt x="394701" y="301702"/>
                    <a:pt x="394458" y="301702"/>
                    <a:pt x="394215" y="301692"/>
                  </a:cubicBezTo>
                  <a:lnTo>
                    <a:pt x="289357" y="301692"/>
                  </a:lnTo>
                  <a:cubicBezTo>
                    <a:pt x="291107" y="302321"/>
                    <a:pt x="292779" y="302965"/>
                    <a:pt x="294391" y="303610"/>
                  </a:cubicBezTo>
                  <a:cubicBezTo>
                    <a:pt x="297244" y="304762"/>
                    <a:pt x="299267" y="307347"/>
                    <a:pt x="299700" y="310393"/>
                  </a:cubicBezTo>
                  <a:cubicBezTo>
                    <a:pt x="300909" y="318946"/>
                    <a:pt x="301377" y="327587"/>
                    <a:pt x="301097" y="336220"/>
                  </a:cubicBezTo>
                  <a:lnTo>
                    <a:pt x="394215" y="336220"/>
                  </a:lnTo>
                  <a:cubicBezTo>
                    <a:pt x="398983" y="336019"/>
                    <a:pt x="403010" y="339721"/>
                    <a:pt x="403212" y="344488"/>
                  </a:cubicBezTo>
                  <a:cubicBezTo>
                    <a:pt x="403413" y="349255"/>
                    <a:pt x="399711" y="353283"/>
                    <a:pt x="394944" y="353484"/>
                  </a:cubicBezTo>
                  <a:cubicBezTo>
                    <a:pt x="394701" y="353494"/>
                    <a:pt x="394458" y="353494"/>
                    <a:pt x="394215" y="353484"/>
                  </a:cubicBezTo>
                  <a:lnTo>
                    <a:pt x="299486" y="353484"/>
                  </a:lnTo>
                  <a:cubicBezTo>
                    <a:pt x="298781" y="356111"/>
                    <a:pt x="296883" y="358253"/>
                    <a:pt x="294360" y="359269"/>
                  </a:cubicBezTo>
                  <a:cubicBezTo>
                    <a:pt x="287511" y="361968"/>
                    <a:pt x="280500" y="364233"/>
                    <a:pt x="273367" y="366052"/>
                  </a:cubicBezTo>
                  <a:cubicBezTo>
                    <a:pt x="271239" y="373620"/>
                    <a:pt x="268409" y="380972"/>
                    <a:pt x="264911" y="388012"/>
                  </a:cubicBezTo>
                  <a:lnTo>
                    <a:pt x="334367" y="388012"/>
                  </a:lnTo>
                  <a:cubicBezTo>
                    <a:pt x="339134" y="388213"/>
                    <a:pt x="342836" y="392241"/>
                    <a:pt x="342635" y="397008"/>
                  </a:cubicBezTo>
                  <a:cubicBezTo>
                    <a:pt x="342446" y="401494"/>
                    <a:pt x="338852" y="405087"/>
                    <a:pt x="334367" y="405276"/>
                  </a:cubicBezTo>
                  <a:lnTo>
                    <a:pt x="268165" y="405276"/>
                  </a:lnTo>
                  <a:cubicBezTo>
                    <a:pt x="269561" y="408084"/>
                    <a:pt x="270835" y="410801"/>
                    <a:pt x="271940" y="413409"/>
                  </a:cubicBezTo>
                  <a:cubicBezTo>
                    <a:pt x="273144" y="416246"/>
                    <a:pt x="272746" y="419508"/>
                    <a:pt x="270896" y="421972"/>
                  </a:cubicBezTo>
                  <a:cubicBezTo>
                    <a:pt x="262437" y="433250"/>
                    <a:pt x="252425" y="443273"/>
                    <a:pt x="241156" y="451743"/>
                  </a:cubicBezTo>
                  <a:cubicBezTo>
                    <a:pt x="238696" y="453602"/>
                    <a:pt x="235428" y="454001"/>
                    <a:pt x="232593" y="452787"/>
                  </a:cubicBezTo>
                  <a:cubicBezTo>
                    <a:pt x="225832" y="449844"/>
                    <a:pt x="219261" y="446482"/>
                    <a:pt x="212920" y="442720"/>
                  </a:cubicBezTo>
                  <a:cubicBezTo>
                    <a:pt x="204174" y="447643"/>
                    <a:pt x="194877" y="451511"/>
                    <a:pt x="185220" y="454245"/>
                  </a:cubicBezTo>
                  <a:cubicBezTo>
                    <a:pt x="183399" y="461389"/>
                    <a:pt x="181128" y="468411"/>
                    <a:pt x="178422" y="475269"/>
                  </a:cubicBezTo>
                  <a:cubicBezTo>
                    <a:pt x="177264" y="478126"/>
                    <a:pt x="174676" y="480154"/>
                    <a:pt x="171624" y="480594"/>
                  </a:cubicBezTo>
                  <a:cubicBezTo>
                    <a:pt x="157668" y="482573"/>
                    <a:pt x="143502" y="482573"/>
                    <a:pt x="129546" y="480594"/>
                  </a:cubicBezTo>
                  <a:cubicBezTo>
                    <a:pt x="126498" y="480163"/>
                    <a:pt x="123912" y="478139"/>
                    <a:pt x="122763" y="475284"/>
                  </a:cubicBezTo>
                  <a:cubicBezTo>
                    <a:pt x="120066" y="468419"/>
                    <a:pt x="117800" y="461392"/>
                    <a:pt x="115980" y="454245"/>
                  </a:cubicBezTo>
                  <a:cubicBezTo>
                    <a:pt x="106877" y="451688"/>
                    <a:pt x="98090" y="448116"/>
                    <a:pt x="89785" y="443595"/>
                  </a:cubicBezTo>
                  <a:lnTo>
                    <a:pt x="89785" y="563369"/>
                  </a:lnTo>
                  <a:cubicBezTo>
                    <a:pt x="89793" y="568137"/>
                    <a:pt x="93656" y="572000"/>
                    <a:pt x="98424" y="572009"/>
                  </a:cubicBezTo>
                  <a:lnTo>
                    <a:pt x="292549" y="572009"/>
                  </a:lnTo>
                  <a:cubicBezTo>
                    <a:pt x="297317" y="571808"/>
                    <a:pt x="301344" y="575509"/>
                    <a:pt x="301545" y="580277"/>
                  </a:cubicBezTo>
                  <a:cubicBezTo>
                    <a:pt x="301746" y="585044"/>
                    <a:pt x="298045" y="589072"/>
                    <a:pt x="293277" y="589273"/>
                  </a:cubicBezTo>
                  <a:cubicBezTo>
                    <a:pt x="293035" y="589283"/>
                    <a:pt x="292792" y="589283"/>
                    <a:pt x="292549" y="589273"/>
                  </a:cubicBezTo>
                  <a:close/>
                  <a:moveTo>
                    <a:pt x="136989" y="464097"/>
                  </a:moveTo>
                  <a:cubicBezTo>
                    <a:pt x="146029" y="465033"/>
                    <a:pt x="155141" y="465033"/>
                    <a:pt x="164181" y="464097"/>
                  </a:cubicBezTo>
                  <a:cubicBezTo>
                    <a:pt x="166350" y="457881"/>
                    <a:pt x="168189" y="451555"/>
                    <a:pt x="169690" y="445145"/>
                  </a:cubicBezTo>
                  <a:cubicBezTo>
                    <a:pt x="170448" y="441980"/>
                    <a:pt x="172923" y="439511"/>
                    <a:pt x="176090" y="438761"/>
                  </a:cubicBezTo>
                  <a:cubicBezTo>
                    <a:pt x="187517" y="436060"/>
                    <a:pt x="198435" y="431537"/>
                    <a:pt x="208423" y="425364"/>
                  </a:cubicBezTo>
                  <a:cubicBezTo>
                    <a:pt x="211196" y="423662"/>
                    <a:pt x="214690" y="423662"/>
                    <a:pt x="217462" y="425364"/>
                  </a:cubicBezTo>
                  <a:cubicBezTo>
                    <a:pt x="223062" y="428826"/>
                    <a:pt x="228835" y="432001"/>
                    <a:pt x="234757" y="434878"/>
                  </a:cubicBezTo>
                  <a:cubicBezTo>
                    <a:pt x="241810" y="429135"/>
                    <a:pt x="248253" y="422681"/>
                    <a:pt x="253985" y="415619"/>
                  </a:cubicBezTo>
                  <a:cubicBezTo>
                    <a:pt x="251117" y="409706"/>
                    <a:pt x="247946" y="403943"/>
                    <a:pt x="244486" y="398355"/>
                  </a:cubicBezTo>
                  <a:cubicBezTo>
                    <a:pt x="242782" y="395578"/>
                    <a:pt x="242782" y="392078"/>
                    <a:pt x="244486" y="389301"/>
                  </a:cubicBezTo>
                  <a:cubicBezTo>
                    <a:pt x="250661" y="379317"/>
                    <a:pt x="255190" y="368405"/>
                    <a:pt x="257898" y="356983"/>
                  </a:cubicBezTo>
                  <a:cubicBezTo>
                    <a:pt x="258650" y="353814"/>
                    <a:pt x="261117" y="351335"/>
                    <a:pt x="264282" y="350568"/>
                  </a:cubicBezTo>
                  <a:cubicBezTo>
                    <a:pt x="270682" y="349072"/>
                    <a:pt x="276998" y="347238"/>
                    <a:pt x="283204" y="345074"/>
                  </a:cubicBezTo>
                  <a:cubicBezTo>
                    <a:pt x="284140" y="336034"/>
                    <a:pt x="284140" y="326922"/>
                    <a:pt x="283204" y="317882"/>
                  </a:cubicBezTo>
                  <a:cubicBezTo>
                    <a:pt x="276991" y="315720"/>
                    <a:pt x="270670" y="313881"/>
                    <a:pt x="264267" y="312372"/>
                  </a:cubicBezTo>
                  <a:cubicBezTo>
                    <a:pt x="261102" y="311615"/>
                    <a:pt x="258633" y="309140"/>
                    <a:pt x="257883" y="305973"/>
                  </a:cubicBezTo>
                  <a:cubicBezTo>
                    <a:pt x="255178" y="294545"/>
                    <a:pt x="250649" y="283627"/>
                    <a:pt x="244471" y="273640"/>
                  </a:cubicBezTo>
                  <a:cubicBezTo>
                    <a:pt x="242769" y="270867"/>
                    <a:pt x="242769" y="267373"/>
                    <a:pt x="244471" y="264601"/>
                  </a:cubicBezTo>
                  <a:cubicBezTo>
                    <a:pt x="247940" y="259008"/>
                    <a:pt x="251111" y="253235"/>
                    <a:pt x="253970" y="247306"/>
                  </a:cubicBezTo>
                  <a:lnTo>
                    <a:pt x="253724" y="246999"/>
                  </a:lnTo>
                  <a:cubicBezTo>
                    <a:pt x="253599" y="246862"/>
                    <a:pt x="253481" y="246719"/>
                    <a:pt x="253371" y="246569"/>
                  </a:cubicBezTo>
                  <a:cubicBezTo>
                    <a:pt x="247779" y="239831"/>
                    <a:pt x="241534" y="233662"/>
                    <a:pt x="234726" y="228154"/>
                  </a:cubicBezTo>
                  <a:cubicBezTo>
                    <a:pt x="228803" y="231014"/>
                    <a:pt x="223035" y="234185"/>
                    <a:pt x="217447" y="237654"/>
                  </a:cubicBezTo>
                  <a:cubicBezTo>
                    <a:pt x="214674" y="239355"/>
                    <a:pt x="211181" y="239355"/>
                    <a:pt x="208408" y="237654"/>
                  </a:cubicBezTo>
                  <a:cubicBezTo>
                    <a:pt x="198419" y="231481"/>
                    <a:pt x="187502" y="226957"/>
                    <a:pt x="176074" y="224257"/>
                  </a:cubicBezTo>
                  <a:cubicBezTo>
                    <a:pt x="172908" y="223506"/>
                    <a:pt x="170433" y="221038"/>
                    <a:pt x="169675" y="217873"/>
                  </a:cubicBezTo>
                  <a:cubicBezTo>
                    <a:pt x="168177" y="211469"/>
                    <a:pt x="166343" y="205148"/>
                    <a:pt x="164181" y="198936"/>
                  </a:cubicBezTo>
                  <a:cubicBezTo>
                    <a:pt x="155141" y="198008"/>
                    <a:pt x="146029" y="198008"/>
                    <a:pt x="136989" y="198936"/>
                  </a:cubicBezTo>
                  <a:cubicBezTo>
                    <a:pt x="134819" y="205152"/>
                    <a:pt x="132981" y="211478"/>
                    <a:pt x="131479" y="217888"/>
                  </a:cubicBezTo>
                  <a:cubicBezTo>
                    <a:pt x="130722" y="221053"/>
                    <a:pt x="128247" y="223522"/>
                    <a:pt x="125080" y="224272"/>
                  </a:cubicBezTo>
                  <a:cubicBezTo>
                    <a:pt x="113653" y="226972"/>
                    <a:pt x="102735" y="231496"/>
                    <a:pt x="92746" y="237669"/>
                  </a:cubicBezTo>
                  <a:cubicBezTo>
                    <a:pt x="89972" y="239364"/>
                    <a:pt x="86482" y="239364"/>
                    <a:pt x="83708" y="237669"/>
                  </a:cubicBezTo>
                  <a:cubicBezTo>
                    <a:pt x="78114" y="234195"/>
                    <a:pt x="72341" y="231019"/>
                    <a:pt x="66413" y="228154"/>
                  </a:cubicBezTo>
                  <a:cubicBezTo>
                    <a:pt x="59362" y="233889"/>
                    <a:pt x="52923" y="240338"/>
                    <a:pt x="47200" y="247398"/>
                  </a:cubicBezTo>
                  <a:cubicBezTo>
                    <a:pt x="50057" y="253320"/>
                    <a:pt x="53222" y="259088"/>
                    <a:pt x="56684" y="264678"/>
                  </a:cubicBezTo>
                  <a:cubicBezTo>
                    <a:pt x="58385" y="267450"/>
                    <a:pt x="58385" y="270944"/>
                    <a:pt x="56684" y="273716"/>
                  </a:cubicBezTo>
                  <a:cubicBezTo>
                    <a:pt x="50511" y="283707"/>
                    <a:pt x="45983" y="294624"/>
                    <a:pt x="43271" y="306050"/>
                  </a:cubicBezTo>
                  <a:cubicBezTo>
                    <a:pt x="42521" y="309217"/>
                    <a:pt x="40052" y="311691"/>
                    <a:pt x="36888" y="312449"/>
                  </a:cubicBezTo>
                  <a:cubicBezTo>
                    <a:pt x="30489" y="313957"/>
                    <a:pt x="24174" y="315796"/>
                    <a:pt x="17966" y="317958"/>
                  </a:cubicBezTo>
                  <a:cubicBezTo>
                    <a:pt x="17038" y="326999"/>
                    <a:pt x="17038" y="336111"/>
                    <a:pt x="17966" y="345151"/>
                  </a:cubicBezTo>
                  <a:cubicBezTo>
                    <a:pt x="24177" y="347315"/>
                    <a:pt x="30498" y="349149"/>
                    <a:pt x="36903" y="350645"/>
                  </a:cubicBezTo>
                  <a:cubicBezTo>
                    <a:pt x="40068" y="351412"/>
                    <a:pt x="42535" y="353890"/>
                    <a:pt x="43287" y="357059"/>
                  </a:cubicBezTo>
                  <a:cubicBezTo>
                    <a:pt x="45996" y="368482"/>
                    <a:pt x="50524" y="379394"/>
                    <a:pt x="56699" y="389378"/>
                  </a:cubicBezTo>
                  <a:cubicBezTo>
                    <a:pt x="58404" y="392155"/>
                    <a:pt x="58404" y="395654"/>
                    <a:pt x="56699" y="398432"/>
                  </a:cubicBezTo>
                  <a:cubicBezTo>
                    <a:pt x="53229" y="404025"/>
                    <a:pt x="50059" y="409798"/>
                    <a:pt x="47200" y="415727"/>
                  </a:cubicBezTo>
                  <a:cubicBezTo>
                    <a:pt x="52938" y="422774"/>
                    <a:pt x="59387" y="429213"/>
                    <a:pt x="66444" y="434940"/>
                  </a:cubicBezTo>
                  <a:cubicBezTo>
                    <a:pt x="72361" y="432068"/>
                    <a:pt x="78128" y="428898"/>
                    <a:pt x="83723" y="425440"/>
                  </a:cubicBezTo>
                  <a:cubicBezTo>
                    <a:pt x="86493" y="423728"/>
                    <a:pt x="89992" y="423728"/>
                    <a:pt x="92762" y="425440"/>
                  </a:cubicBezTo>
                  <a:cubicBezTo>
                    <a:pt x="102750" y="431613"/>
                    <a:pt x="113668" y="436137"/>
                    <a:pt x="125096" y="438837"/>
                  </a:cubicBezTo>
                  <a:cubicBezTo>
                    <a:pt x="128262" y="439588"/>
                    <a:pt x="130737" y="442056"/>
                    <a:pt x="131495" y="445221"/>
                  </a:cubicBezTo>
                  <a:cubicBezTo>
                    <a:pt x="132998" y="451619"/>
                    <a:pt x="134832" y="457935"/>
                    <a:pt x="136989" y="464143"/>
                  </a:cubicBezTo>
                  <a:close/>
                  <a:moveTo>
                    <a:pt x="209774" y="533874"/>
                  </a:moveTo>
                  <a:lnTo>
                    <a:pt x="125065" y="533874"/>
                  </a:lnTo>
                  <a:cubicBezTo>
                    <a:pt x="120297" y="534075"/>
                    <a:pt x="116270" y="530374"/>
                    <a:pt x="116069" y="525606"/>
                  </a:cubicBezTo>
                  <a:cubicBezTo>
                    <a:pt x="115868" y="520839"/>
                    <a:pt x="119569" y="516811"/>
                    <a:pt x="124337" y="516610"/>
                  </a:cubicBezTo>
                  <a:cubicBezTo>
                    <a:pt x="124579" y="516600"/>
                    <a:pt x="124822" y="516600"/>
                    <a:pt x="125065" y="516610"/>
                  </a:cubicBezTo>
                  <a:lnTo>
                    <a:pt x="209774" y="516610"/>
                  </a:lnTo>
                  <a:cubicBezTo>
                    <a:pt x="214541" y="516811"/>
                    <a:pt x="218243" y="520839"/>
                    <a:pt x="218042" y="525606"/>
                  </a:cubicBezTo>
                  <a:cubicBezTo>
                    <a:pt x="217853" y="530092"/>
                    <a:pt x="214259" y="533685"/>
                    <a:pt x="209774" y="533874"/>
                  </a:cubicBezTo>
                  <a:close/>
                  <a:moveTo>
                    <a:pt x="150600" y="424443"/>
                  </a:moveTo>
                  <a:cubicBezTo>
                    <a:pt x="99299" y="424421"/>
                    <a:pt x="57730" y="382815"/>
                    <a:pt x="57752" y="331515"/>
                  </a:cubicBezTo>
                  <a:cubicBezTo>
                    <a:pt x="57774" y="280214"/>
                    <a:pt x="99380" y="238644"/>
                    <a:pt x="150681" y="238666"/>
                  </a:cubicBezTo>
                  <a:cubicBezTo>
                    <a:pt x="201981" y="238689"/>
                    <a:pt x="243551" y="280294"/>
                    <a:pt x="243529" y="331595"/>
                  </a:cubicBezTo>
                  <a:cubicBezTo>
                    <a:pt x="243513" y="368659"/>
                    <a:pt x="221464" y="402167"/>
                    <a:pt x="187430" y="416847"/>
                  </a:cubicBezTo>
                  <a:cubicBezTo>
                    <a:pt x="182980" y="418569"/>
                    <a:pt x="177977" y="416357"/>
                    <a:pt x="176255" y="411907"/>
                  </a:cubicBezTo>
                  <a:cubicBezTo>
                    <a:pt x="174626" y="407696"/>
                    <a:pt x="176513" y="402942"/>
                    <a:pt x="180586" y="400995"/>
                  </a:cubicBezTo>
                  <a:cubicBezTo>
                    <a:pt x="201012" y="392182"/>
                    <a:pt x="216525" y="374828"/>
                    <a:pt x="223002" y="353545"/>
                  </a:cubicBezTo>
                  <a:lnTo>
                    <a:pt x="125065" y="353545"/>
                  </a:lnTo>
                  <a:cubicBezTo>
                    <a:pt x="120297" y="353746"/>
                    <a:pt x="116270" y="350045"/>
                    <a:pt x="116069" y="345277"/>
                  </a:cubicBezTo>
                  <a:cubicBezTo>
                    <a:pt x="115868" y="340510"/>
                    <a:pt x="119569" y="336482"/>
                    <a:pt x="124337" y="336281"/>
                  </a:cubicBezTo>
                  <a:cubicBezTo>
                    <a:pt x="124579" y="336271"/>
                    <a:pt x="124822" y="336271"/>
                    <a:pt x="125065" y="336281"/>
                  </a:cubicBezTo>
                  <a:lnTo>
                    <a:pt x="226132" y="336281"/>
                  </a:lnTo>
                  <a:cubicBezTo>
                    <a:pt x="226240" y="334747"/>
                    <a:pt x="226286" y="333089"/>
                    <a:pt x="226286" y="331493"/>
                  </a:cubicBezTo>
                  <a:cubicBezTo>
                    <a:pt x="226288" y="321265"/>
                    <a:pt x="224199" y="311145"/>
                    <a:pt x="220148" y="301753"/>
                  </a:cubicBezTo>
                  <a:lnTo>
                    <a:pt x="125003" y="301753"/>
                  </a:lnTo>
                  <a:cubicBezTo>
                    <a:pt x="120236" y="301954"/>
                    <a:pt x="116208" y="298252"/>
                    <a:pt x="116007" y="293485"/>
                  </a:cubicBezTo>
                  <a:cubicBezTo>
                    <a:pt x="115806" y="288718"/>
                    <a:pt x="119508" y="284690"/>
                    <a:pt x="124275" y="284489"/>
                  </a:cubicBezTo>
                  <a:cubicBezTo>
                    <a:pt x="124518" y="284479"/>
                    <a:pt x="124761" y="284479"/>
                    <a:pt x="125003" y="284489"/>
                  </a:cubicBezTo>
                  <a:lnTo>
                    <a:pt x="209820" y="284489"/>
                  </a:lnTo>
                  <a:cubicBezTo>
                    <a:pt x="183852" y="251745"/>
                    <a:pt x="136256" y="246252"/>
                    <a:pt x="103511" y="272220"/>
                  </a:cubicBezTo>
                  <a:cubicBezTo>
                    <a:pt x="70767" y="298188"/>
                    <a:pt x="65274" y="345784"/>
                    <a:pt x="91242" y="378528"/>
                  </a:cubicBezTo>
                  <a:cubicBezTo>
                    <a:pt x="105598" y="396630"/>
                    <a:pt x="127436" y="407181"/>
                    <a:pt x="150539" y="407179"/>
                  </a:cubicBezTo>
                  <a:cubicBezTo>
                    <a:pt x="155306" y="407380"/>
                    <a:pt x="159008" y="411408"/>
                    <a:pt x="158807" y="416175"/>
                  </a:cubicBezTo>
                  <a:cubicBezTo>
                    <a:pt x="158618" y="420661"/>
                    <a:pt x="155024" y="424254"/>
                    <a:pt x="150539" y="424443"/>
                  </a:cubicBezTo>
                  <a:close/>
                  <a:moveTo>
                    <a:pt x="394215" y="198169"/>
                  </a:moveTo>
                  <a:lnTo>
                    <a:pt x="260860" y="198169"/>
                  </a:lnTo>
                  <a:cubicBezTo>
                    <a:pt x="256093" y="198370"/>
                    <a:pt x="252065" y="194668"/>
                    <a:pt x="251864" y="189901"/>
                  </a:cubicBezTo>
                  <a:cubicBezTo>
                    <a:pt x="251663" y="185133"/>
                    <a:pt x="255365" y="181106"/>
                    <a:pt x="260132" y="180905"/>
                  </a:cubicBezTo>
                  <a:cubicBezTo>
                    <a:pt x="260375" y="180894"/>
                    <a:pt x="260618" y="180894"/>
                    <a:pt x="260860" y="180905"/>
                  </a:cubicBezTo>
                  <a:lnTo>
                    <a:pt x="394215" y="180905"/>
                  </a:lnTo>
                  <a:cubicBezTo>
                    <a:pt x="398983" y="180704"/>
                    <a:pt x="403010" y="184405"/>
                    <a:pt x="403212" y="189173"/>
                  </a:cubicBezTo>
                  <a:cubicBezTo>
                    <a:pt x="403413" y="193940"/>
                    <a:pt x="399711" y="197968"/>
                    <a:pt x="394944" y="198169"/>
                  </a:cubicBezTo>
                  <a:cubicBezTo>
                    <a:pt x="394701" y="198179"/>
                    <a:pt x="394458" y="198179"/>
                    <a:pt x="394215" y="198169"/>
                  </a:cubicBezTo>
                  <a:close/>
                  <a:moveTo>
                    <a:pt x="81160" y="196296"/>
                  </a:moveTo>
                  <a:cubicBezTo>
                    <a:pt x="76389" y="196296"/>
                    <a:pt x="72521" y="192428"/>
                    <a:pt x="72521" y="187657"/>
                  </a:cubicBezTo>
                  <a:lnTo>
                    <a:pt x="72521" y="25912"/>
                  </a:lnTo>
                  <a:cubicBezTo>
                    <a:pt x="72538" y="11612"/>
                    <a:pt x="84125" y="25"/>
                    <a:pt x="98424" y="8"/>
                  </a:cubicBezTo>
                  <a:lnTo>
                    <a:pt x="336392" y="8"/>
                  </a:lnTo>
                  <a:cubicBezTo>
                    <a:pt x="341160" y="-193"/>
                    <a:pt x="345187" y="3508"/>
                    <a:pt x="345388" y="8276"/>
                  </a:cubicBezTo>
                  <a:cubicBezTo>
                    <a:pt x="345589" y="13043"/>
                    <a:pt x="341888" y="17071"/>
                    <a:pt x="337120" y="17272"/>
                  </a:cubicBezTo>
                  <a:cubicBezTo>
                    <a:pt x="336878" y="17282"/>
                    <a:pt x="336635" y="17282"/>
                    <a:pt x="336392" y="17272"/>
                  </a:cubicBezTo>
                  <a:lnTo>
                    <a:pt x="98424" y="17272"/>
                  </a:lnTo>
                  <a:cubicBezTo>
                    <a:pt x="93656" y="17280"/>
                    <a:pt x="89793" y="21144"/>
                    <a:pt x="89785" y="25912"/>
                  </a:cubicBezTo>
                  <a:lnTo>
                    <a:pt x="89785" y="187657"/>
                  </a:lnTo>
                  <a:cubicBezTo>
                    <a:pt x="89785" y="192422"/>
                    <a:pt x="85926" y="196288"/>
                    <a:pt x="81160" y="196296"/>
                  </a:cubicBezTo>
                  <a:close/>
                  <a:moveTo>
                    <a:pt x="323701" y="146376"/>
                  </a:moveTo>
                  <a:lnTo>
                    <a:pt x="203513" y="146376"/>
                  </a:lnTo>
                  <a:cubicBezTo>
                    <a:pt x="198745" y="146578"/>
                    <a:pt x="194718" y="142876"/>
                    <a:pt x="194517" y="138108"/>
                  </a:cubicBezTo>
                  <a:cubicBezTo>
                    <a:pt x="194316" y="133341"/>
                    <a:pt x="198017" y="129313"/>
                    <a:pt x="202785" y="129112"/>
                  </a:cubicBezTo>
                  <a:cubicBezTo>
                    <a:pt x="203027" y="129102"/>
                    <a:pt x="203270" y="129102"/>
                    <a:pt x="203513" y="129112"/>
                  </a:cubicBezTo>
                  <a:lnTo>
                    <a:pt x="323701" y="129112"/>
                  </a:lnTo>
                  <a:cubicBezTo>
                    <a:pt x="328469" y="128911"/>
                    <a:pt x="332496" y="132613"/>
                    <a:pt x="332697" y="137380"/>
                  </a:cubicBezTo>
                  <a:cubicBezTo>
                    <a:pt x="332898" y="142148"/>
                    <a:pt x="329197" y="146175"/>
                    <a:pt x="324429" y="146376"/>
                  </a:cubicBezTo>
                  <a:cubicBezTo>
                    <a:pt x="324187" y="146387"/>
                    <a:pt x="323944" y="146387"/>
                    <a:pt x="323701" y="146376"/>
                  </a:cubicBezTo>
                  <a:close/>
                  <a:moveTo>
                    <a:pt x="345186" y="94584"/>
                  </a:moveTo>
                  <a:lnTo>
                    <a:pt x="182059" y="94584"/>
                  </a:lnTo>
                  <a:cubicBezTo>
                    <a:pt x="177292" y="94785"/>
                    <a:pt x="173264" y="91084"/>
                    <a:pt x="173063" y="86316"/>
                  </a:cubicBezTo>
                  <a:cubicBezTo>
                    <a:pt x="172862" y="81549"/>
                    <a:pt x="176564" y="77521"/>
                    <a:pt x="181331" y="77320"/>
                  </a:cubicBezTo>
                  <a:cubicBezTo>
                    <a:pt x="181574" y="77310"/>
                    <a:pt x="181817" y="77310"/>
                    <a:pt x="182059" y="77320"/>
                  </a:cubicBezTo>
                  <a:lnTo>
                    <a:pt x="345109" y="77320"/>
                  </a:lnTo>
                  <a:cubicBezTo>
                    <a:pt x="349876" y="77521"/>
                    <a:pt x="353578" y="81549"/>
                    <a:pt x="353377" y="86316"/>
                  </a:cubicBezTo>
                  <a:cubicBezTo>
                    <a:pt x="353188" y="90802"/>
                    <a:pt x="349594" y="94395"/>
                    <a:pt x="345109" y="94584"/>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1" name="Google Shape;331;p8"/>
          <p:cNvGrpSpPr/>
          <p:nvPr/>
        </p:nvGrpSpPr>
        <p:grpSpPr>
          <a:xfrm>
            <a:off x="4948178" y="4249778"/>
            <a:ext cx="673555" cy="888864"/>
            <a:chOff x="7770288" y="1232255"/>
            <a:chExt cx="334715" cy="441710"/>
          </a:xfrm>
        </p:grpSpPr>
        <p:sp>
          <p:nvSpPr>
            <p:cNvPr id="332" name="Google Shape;332;p8"/>
            <p:cNvSpPr/>
            <p:nvPr/>
          </p:nvSpPr>
          <p:spPr>
            <a:xfrm>
              <a:off x="7844972" y="1380188"/>
              <a:ext cx="178429" cy="162926"/>
            </a:xfrm>
            <a:custGeom>
              <a:rect b="b" l="l" r="r" t="t"/>
              <a:pathLst>
                <a:path extrusionOk="0" h="217235" w="237906">
                  <a:moveTo>
                    <a:pt x="123565" y="217236"/>
                  </a:moveTo>
                  <a:cubicBezTo>
                    <a:pt x="215916" y="217236"/>
                    <a:pt x="237907" y="198928"/>
                    <a:pt x="237907" y="186299"/>
                  </a:cubicBezTo>
                  <a:cubicBezTo>
                    <a:pt x="237907" y="174329"/>
                    <a:pt x="229850" y="16635"/>
                    <a:pt x="229850" y="0"/>
                  </a:cubicBezTo>
                  <a:lnTo>
                    <a:pt x="0" y="0"/>
                  </a:lnTo>
                  <a:lnTo>
                    <a:pt x="0" y="179086"/>
                  </a:lnTo>
                  <a:cubicBezTo>
                    <a:pt x="0" y="195706"/>
                    <a:pt x="31213" y="217236"/>
                    <a:pt x="123565" y="217236"/>
                  </a:cubicBez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8"/>
            <p:cNvSpPr/>
            <p:nvPr/>
          </p:nvSpPr>
          <p:spPr>
            <a:xfrm>
              <a:off x="7844972" y="1380188"/>
              <a:ext cx="185335" cy="169832"/>
            </a:xfrm>
            <a:custGeom>
              <a:rect b="b" l="l" r="r" t="t"/>
              <a:pathLst>
                <a:path extrusionOk="0" h="226443" w="247114">
                  <a:moveTo>
                    <a:pt x="229850" y="0"/>
                  </a:moveTo>
                  <a:lnTo>
                    <a:pt x="229850" y="186299"/>
                  </a:lnTo>
                  <a:cubicBezTo>
                    <a:pt x="229850" y="198928"/>
                    <a:pt x="180621" y="209179"/>
                    <a:pt x="123565" y="209179"/>
                  </a:cubicBezTo>
                  <a:cubicBezTo>
                    <a:pt x="66509" y="209179"/>
                    <a:pt x="0" y="195706"/>
                    <a:pt x="0" y="179086"/>
                  </a:cubicBezTo>
                  <a:lnTo>
                    <a:pt x="0" y="194094"/>
                  </a:lnTo>
                  <a:cubicBezTo>
                    <a:pt x="0" y="211957"/>
                    <a:pt x="55322" y="226443"/>
                    <a:pt x="123565" y="226443"/>
                  </a:cubicBezTo>
                  <a:cubicBezTo>
                    <a:pt x="191808" y="226443"/>
                    <a:pt x="247114" y="211957"/>
                    <a:pt x="247114" y="194094"/>
                  </a:cubicBezTo>
                  <a:lnTo>
                    <a:pt x="247114"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8"/>
            <p:cNvSpPr/>
            <p:nvPr/>
          </p:nvSpPr>
          <p:spPr>
            <a:xfrm>
              <a:off x="7844972" y="1355926"/>
              <a:ext cx="185335" cy="48524"/>
            </a:xfrm>
            <a:custGeom>
              <a:rect b="b" l="l" r="r" t="t"/>
              <a:pathLst>
                <a:path extrusionOk="0" h="64698" w="247114">
                  <a:moveTo>
                    <a:pt x="247114" y="32349"/>
                  </a:moveTo>
                  <a:cubicBezTo>
                    <a:pt x="247114" y="50212"/>
                    <a:pt x="191792" y="64698"/>
                    <a:pt x="123565" y="64698"/>
                  </a:cubicBezTo>
                  <a:cubicBezTo>
                    <a:pt x="55337" y="64698"/>
                    <a:pt x="0" y="50212"/>
                    <a:pt x="0" y="32349"/>
                  </a:cubicBezTo>
                  <a:cubicBezTo>
                    <a:pt x="0" y="14486"/>
                    <a:pt x="55322" y="0"/>
                    <a:pt x="123565" y="0"/>
                  </a:cubicBezTo>
                  <a:cubicBezTo>
                    <a:pt x="156328" y="0"/>
                    <a:pt x="187756" y="3407"/>
                    <a:pt x="210929" y="9484"/>
                  </a:cubicBezTo>
                  <a:cubicBezTo>
                    <a:pt x="234101" y="15561"/>
                    <a:pt x="247114" y="23771"/>
                    <a:pt x="247114" y="32349"/>
                  </a:cubicBezTo>
                  <a:close/>
                </a:path>
              </a:pathLst>
            </a:custGeom>
            <a:solidFill>
              <a:schemeClr val="accent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8"/>
            <p:cNvSpPr/>
            <p:nvPr/>
          </p:nvSpPr>
          <p:spPr>
            <a:xfrm>
              <a:off x="7770288" y="1232255"/>
              <a:ext cx="334715" cy="441710"/>
            </a:xfrm>
            <a:custGeom>
              <a:rect b="b" l="l" r="r" t="t"/>
              <a:pathLst>
                <a:path extrusionOk="0" h="588947" w="446287">
                  <a:moveTo>
                    <a:pt x="437648" y="588932"/>
                  </a:moveTo>
                  <a:cubicBezTo>
                    <a:pt x="432882" y="588932"/>
                    <a:pt x="429017" y="585073"/>
                    <a:pt x="429008" y="580307"/>
                  </a:cubicBezTo>
                  <a:cubicBezTo>
                    <a:pt x="429026" y="561939"/>
                    <a:pt x="420968" y="544492"/>
                    <a:pt x="406972" y="532597"/>
                  </a:cubicBezTo>
                  <a:lnTo>
                    <a:pt x="328953" y="466165"/>
                  </a:lnTo>
                  <a:cubicBezTo>
                    <a:pt x="316271" y="455373"/>
                    <a:pt x="307278" y="440886"/>
                    <a:pt x="303234" y="424731"/>
                  </a:cubicBezTo>
                  <a:cubicBezTo>
                    <a:pt x="297771" y="425913"/>
                    <a:pt x="291985" y="426956"/>
                    <a:pt x="285954" y="427800"/>
                  </a:cubicBezTo>
                  <a:cubicBezTo>
                    <a:pt x="287863" y="437346"/>
                    <a:pt x="291628" y="446423"/>
                    <a:pt x="297034" y="454518"/>
                  </a:cubicBezTo>
                  <a:lnTo>
                    <a:pt x="343854" y="520919"/>
                  </a:lnTo>
                  <a:cubicBezTo>
                    <a:pt x="354412" y="535897"/>
                    <a:pt x="360474" y="557503"/>
                    <a:pt x="360474" y="580169"/>
                  </a:cubicBezTo>
                  <a:cubicBezTo>
                    <a:pt x="360273" y="584937"/>
                    <a:pt x="356245" y="588638"/>
                    <a:pt x="351478" y="588437"/>
                  </a:cubicBezTo>
                  <a:cubicBezTo>
                    <a:pt x="346992" y="588248"/>
                    <a:pt x="343399" y="584655"/>
                    <a:pt x="343210" y="580169"/>
                  </a:cubicBezTo>
                  <a:cubicBezTo>
                    <a:pt x="343210" y="560972"/>
                    <a:pt x="338299" y="543002"/>
                    <a:pt x="329736" y="530863"/>
                  </a:cubicBezTo>
                  <a:lnTo>
                    <a:pt x="282916" y="464630"/>
                  </a:lnTo>
                  <a:cubicBezTo>
                    <a:pt x="275885" y="454221"/>
                    <a:pt x="271064" y="442480"/>
                    <a:pt x="268752" y="430133"/>
                  </a:cubicBezTo>
                  <a:cubicBezTo>
                    <a:pt x="262690" y="430747"/>
                    <a:pt x="256475" y="431238"/>
                    <a:pt x="250061" y="431591"/>
                  </a:cubicBezTo>
                  <a:cubicBezTo>
                    <a:pt x="250677" y="440367"/>
                    <a:pt x="251934" y="449086"/>
                    <a:pt x="253820" y="457679"/>
                  </a:cubicBezTo>
                  <a:lnTo>
                    <a:pt x="258178" y="476217"/>
                  </a:lnTo>
                  <a:cubicBezTo>
                    <a:pt x="259268" y="480857"/>
                    <a:pt x="256389" y="485501"/>
                    <a:pt x="251749" y="486590"/>
                  </a:cubicBezTo>
                  <a:cubicBezTo>
                    <a:pt x="247108" y="487679"/>
                    <a:pt x="242464" y="484801"/>
                    <a:pt x="241375" y="480160"/>
                  </a:cubicBezTo>
                  <a:lnTo>
                    <a:pt x="237017" y="461561"/>
                  </a:lnTo>
                  <a:cubicBezTo>
                    <a:pt x="234889" y="451883"/>
                    <a:pt x="233478" y="442060"/>
                    <a:pt x="232796" y="432174"/>
                  </a:cubicBezTo>
                  <a:cubicBezTo>
                    <a:pt x="226397" y="432297"/>
                    <a:pt x="219875" y="432297"/>
                    <a:pt x="213476" y="432174"/>
                  </a:cubicBezTo>
                  <a:cubicBezTo>
                    <a:pt x="212802" y="442061"/>
                    <a:pt x="211391" y="451884"/>
                    <a:pt x="209256" y="461561"/>
                  </a:cubicBezTo>
                  <a:lnTo>
                    <a:pt x="193649" y="528009"/>
                  </a:lnTo>
                  <a:cubicBezTo>
                    <a:pt x="190580" y="540945"/>
                    <a:pt x="188861" y="560005"/>
                    <a:pt x="188861" y="580307"/>
                  </a:cubicBezTo>
                  <a:cubicBezTo>
                    <a:pt x="188660" y="585075"/>
                    <a:pt x="184633" y="588776"/>
                    <a:pt x="179865" y="588575"/>
                  </a:cubicBezTo>
                  <a:cubicBezTo>
                    <a:pt x="175380" y="588386"/>
                    <a:pt x="171786" y="584793"/>
                    <a:pt x="171597" y="580307"/>
                  </a:cubicBezTo>
                  <a:cubicBezTo>
                    <a:pt x="171597" y="558731"/>
                    <a:pt x="173515" y="538229"/>
                    <a:pt x="176846" y="524050"/>
                  </a:cubicBezTo>
                  <a:lnTo>
                    <a:pt x="192452" y="457663"/>
                  </a:lnTo>
                  <a:cubicBezTo>
                    <a:pt x="194339" y="449070"/>
                    <a:pt x="195595" y="440351"/>
                    <a:pt x="196212" y="431575"/>
                  </a:cubicBezTo>
                  <a:cubicBezTo>
                    <a:pt x="189828" y="431223"/>
                    <a:pt x="183582" y="430731"/>
                    <a:pt x="177521" y="430118"/>
                  </a:cubicBezTo>
                  <a:cubicBezTo>
                    <a:pt x="175210" y="442470"/>
                    <a:pt x="170389" y="454216"/>
                    <a:pt x="163357" y="464630"/>
                  </a:cubicBezTo>
                  <a:lnTo>
                    <a:pt x="116536" y="531032"/>
                  </a:lnTo>
                  <a:cubicBezTo>
                    <a:pt x="107973" y="543170"/>
                    <a:pt x="103063" y="561140"/>
                    <a:pt x="103063" y="580338"/>
                  </a:cubicBezTo>
                  <a:cubicBezTo>
                    <a:pt x="102862" y="585105"/>
                    <a:pt x="98834" y="588807"/>
                    <a:pt x="94067" y="588606"/>
                  </a:cubicBezTo>
                  <a:cubicBezTo>
                    <a:pt x="89581" y="588417"/>
                    <a:pt x="85988" y="584824"/>
                    <a:pt x="85799" y="580338"/>
                  </a:cubicBezTo>
                  <a:cubicBezTo>
                    <a:pt x="85799" y="557672"/>
                    <a:pt x="91937" y="536065"/>
                    <a:pt x="102434" y="521088"/>
                  </a:cubicBezTo>
                  <a:lnTo>
                    <a:pt x="149238" y="454686"/>
                  </a:lnTo>
                  <a:cubicBezTo>
                    <a:pt x="154635" y="446587"/>
                    <a:pt x="158399" y="437511"/>
                    <a:pt x="160318" y="427969"/>
                  </a:cubicBezTo>
                  <a:cubicBezTo>
                    <a:pt x="154287" y="427064"/>
                    <a:pt x="148502" y="426020"/>
                    <a:pt x="143054" y="424900"/>
                  </a:cubicBezTo>
                  <a:cubicBezTo>
                    <a:pt x="139003" y="441052"/>
                    <a:pt x="130012" y="455537"/>
                    <a:pt x="117334" y="466334"/>
                  </a:cubicBezTo>
                  <a:lnTo>
                    <a:pt x="87471" y="491685"/>
                  </a:lnTo>
                  <a:cubicBezTo>
                    <a:pt x="83962" y="494918"/>
                    <a:pt x="78496" y="494694"/>
                    <a:pt x="75263" y="491185"/>
                  </a:cubicBezTo>
                  <a:cubicBezTo>
                    <a:pt x="72030" y="487676"/>
                    <a:pt x="72254" y="482210"/>
                    <a:pt x="75763" y="478977"/>
                  </a:cubicBezTo>
                  <a:cubicBezTo>
                    <a:pt x="75931" y="478822"/>
                    <a:pt x="76105" y="478675"/>
                    <a:pt x="76284" y="478534"/>
                  </a:cubicBezTo>
                  <a:lnTo>
                    <a:pt x="106224" y="453060"/>
                  </a:lnTo>
                  <a:cubicBezTo>
                    <a:pt x="116186" y="444579"/>
                    <a:pt x="123243" y="433191"/>
                    <a:pt x="126404" y="420496"/>
                  </a:cubicBezTo>
                  <a:cubicBezTo>
                    <a:pt x="102925" y="413253"/>
                    <a:pt x="91108" y="403462"/>
                    <a:pt x="91108" y="391339"/>
                  </a:cubicBezTo>
                  <a:lnTo>
                    <a:pt x="91108" y="197244"/>
                  </a:lnTo>
                  <a:cubicBezTo>
                    <a:pt x="91108" y="185843"/>
                    <a:pt x="101682" y="176451"/>
                    <a:pt x="122537" y="169361"/>
                  </a:cubicBezTo>
                  <a:cubicBezTo>
                    <a:pt x="136731" y="164543"/>
                    <a:pt x="155024" y="160890"/>
                    <a:pt x="175971" y="158619"/>
                  </a:cubicBezTo>
                  <a:cubicBezTo>
                    <a:pt x="173258" y="155906"/>
                    <a:pt x="170252" y="153503"/>
                    <a:pt x="167009" y="151453"/>
                  </a:cubicBezTo>
                  <a:lnTo>
                    <a:pt x="31965" y="66068"/>
                  </a:lnTo>
                  <a:cubicBezTo>
                    <a:pt x="12058" y="53605"/>
                    <a:pt x="-23" y="31763"/>
                    <a:pt x="0" y="8276"/>
                  </a:cubicBezTo>
                  <a:cubicBezTo>
                    <a:pt x="201" y="3508"/>
                    <a:pt x="4229" y="-193"/>
                    <a:pt x="8996" y="8"/>
                  </a:cubicBezTo>
                  <a:cubicBezTo>
                    <a:pt x="13482" y="197"/>
                    <a:pt x="17075" y="3790"/>
                    <a:pt x="17264" y="8276"/>
                  </a:cubicBezTo>
                  <a:cubicBezTo>
                    <a:pt x="17211" y="25834"/>
                    <a:pt x="26213" y="42180"/>
                    <a:pt x="41081" y="51520"/>
                  </a:cubicBezTo>
                  <a:lnTo>
                    <a:pt x="176124" y="136905"/>
                  </a:lnTo>
                  <a:cubicBezTo>
                    <a:pt x="195994" y="149403"/>
                    <a:pt x="208027" y="171254"/>
                    <a:pt x="207967" y="194728"/>
                  </a:cubicBezTo>
                  <a:cubicBezTo>
                    <a:pt x="208168" y="199495"/>
                    <a:pt x="204466" y="203523"/>
                    <a:pt x="199699" y="203724"/>
                  </a:cubicBezTo>
                  <a:cubicBezTo>
                    <a:pt x="194932" y="203925"/>
                    <a:pt x="190904" y="200223"/>
                    <a:pt x="190703" y="195456"/>
                  </a:cubicBezTo>
                  <a:cubicBezTo>
                    <a:pt x="190693" y="195213"/>
                    <a:pt x="190693" y="194970"/>
                    <a:pt x="190703" y="194728"/>
                  </a:cubicBezTo>
                  <a:cubicBezTo>
                    <a:pt x="190711" y="187950"/>
                    <a:pt x="189376" y="181237"/>
                    <a:pt x="186774" y="174978"/>
                  </a:cubicBezTo>
                  <a:cubicBezTo>
                    <a:pt x="127984" y="179796"/>
                    <a:pt x="108250" y="193822"/>
                    <a:pt x="108250" y="197244"/>
                  </a:cubicBezTo>
                  <a:cubicBezTo>
                    <a:pt x="108250" y="198349"/>
                    <a:pt x="113421" y="205332"/>
                    <a:pt x="137990" y="211777"/>
                  </a:cubicBezTo>
                  <a:cubicBezTo>
                    <a:pt x="160640" y="217700"/>
                    <a:pt x="190887" y="220985"/>
                    <a:pt x="223175" y="220985"/>
                  </a:cubicBezTo>
                  <a:cubicBezTo>
                    <a:pt x="255462" y="220985"/>
                    <a:pt x="285709" y="217731"/>
                    <a:pt x="308344" y="211777"/>
                  </a:cubicBezTo>
                  <a:cubicBezTo>
                    <a:pt x="332897" y="205332"/>
                    <a:pt x="338084" y="198349"/>
                    <a:pt x="338084" y="197244"/>
                  </a:cubicBezTo>
                  <a:cubicBezTo>
                    <a:pt x="338084" y="196140"/>
                    <a:pt x="333235" y="189572"/>
                    <a:pt x="310201" y="183218"/>
                  </a:cubicBezTo>
                  <a:cubicBezTo>
                    <a:pt x="293604" y="178949"/>
                    <a:pt x="276654" y="176190"/>
                    <a:pt x="259560" y="174978"/>
                  </a:cubicBezTo>
                  <a:cubicBezTo>
                    <a:pt x="256946" y="181234"/>
                    <a:pt x="255606" y="187948"/>
                    <a:pt x="255616" y="194728"/>
                  </a:cubicBezTo>
                  <a:cubicBezTo>
                    <a:pt x="255817" y="199495"/>
                    <a:pt x="252115" y="203523"/>
                    <a:pt x="247348" y="203724"/>
                  </a:cubicBezTo>
                  <a:cubicBezTo>
                    <a:pt x="242580" y="203925"/>
                    <a:pt x="238553" y="200223"/>
                    <a:pt x="238352" y="195456"/>
                  </a:cubicBezTo>
                  <a:cubicBezTo>
                    <a:pt x="238341" y="195213"/>
                    <a:pt x="238341" y="194970"/>
                    <a:pt x="238352" y="194728"/>
                  </a:cubicBezTo>
                  <a:cubicBezTo>
                    <a:pt x="238350" y="187657"/>
                    <a:pt x="239437" y="180628"/>
                    <a:pt x="241574" y="173888"/>
                  </a:cubicBezTo>
                  <a:cubicBezTo>
                    <a:pt x="237446" y="173735"/>
                    <a:pt x="233241" y="173612"/>
                    <a:pt x="229021" y="173566"/>
                  </a:cubicBezTo>
                  <a:cubicBezTo>
                    <a:pt x="224255" y="173337"/>
                    <a:pt x="220577" y="169288"/>
                    <a:pt x="220805" y="164522"/>
                  </a:cubicBezTo>
                  <a:cubicBezTo>
                    <a:pt x="221020" y="160035"/>
                    <a:pt x="224639" y="156461"/>
                    <a:pt x="229129" y="156302"/>
                  </a:cubicBezTo>
                  <a:lnTo>
                    <a:pt x="229236" y="156302"/>
                  </a:lnTo>
                  <a:cubicBezTo>
                    <a:pt x="235543" y="156302"/>
                    <a:pt x="242418" y="156624"/>
                    <a:pt x="249615" y="157038"/>
                  </a:cubicBezTo>
                  <a:cubicBezTo>
                    <a:pt x="254978" y="148945"/>
                    <a:pt x="261997" y="142083"/>
                    <a:pt x="270210" y="136905"/>
                  </a:cubicBezTo>
                  <a:lnTo>
                    <a:pt x="352586" y="84806"/>
                  </a:lnTo>
                  <a:cubicBezTo>
                    <a:pt x="356616" y="82263"/>
                    <a:pt x="361944" y="83469"/>
                    <a:pt x="364487" y="87499"/>
                  </a:cubicBezTo>
                  <a:cubicBezTo>
                    <a:pt x="367029" y="91529"/>
                    <a:pt x="365824" y="96857"/>
                    <a:pt x="361794" y="99399"/>
                  </a:cubicBezTo>
                  <a:lnTo>
                    <a:pt x="279417" y="151575"/>
                  </a:lnTo>
                  <a:cubicBezTo>
                    <a:pt x="276141" y="153647"/>
                    <a:pt x="273109" y="156082"/>
                    <a:pt x="270378" y="158834"/>
                  </a:cubicBezTo>
                  <a:cubicBezTo>
                    <a:pt x="311920" y="163269"/>
                    <a:pt x="355333" y="174333"/>
                    <a:pt x="355333" y="197321"/>
                  </a:cubicBezTo>
                  <a:lnTo>
                    <a:pt x="355333" y="391339"/>
                  </a:lnTo>
                  <a:cubicBezTo>
                    <a:pt x="355333" y="403462"/>
                    <a:pt x="343440" y="413253"/>
                    <a:pt x="319961" y="420496"/>
                  </a:cubicBezTo>
                  <a:cubicBezTo>
                    <a:pt x="323122" y="433191"/>
                    <a:pt x="330178" y="444579"/>
                    <a:pt x="340141" y="453060"/>
                  </a:cubicBezTo>
                  <a:lnTo>
                    <a:pt x="418159" y="519461"/>
                  </a:lnTo>
                  <a:cubicBezTo>
                    <a:pt x="436012" y="534631"/>
                    <a:pt x="446298" y="556880"/>
                    <a:pt x="446288" y="580307"/>
                  </a:cubicBezTo>
                  <a:cubicBezTo>
                    <a:pt x="446279" y="585073"/>
                    <a:pt x="442414" y="588932"/>
                    <a:pt x="437648" y="588932"/>
                  </a:cubicBezTo>
                  <a:close/>
                  <a:moveTo>
                    <a:pt x="108219" y="348539"/>
                  </a:moveTo>
                  <a:lnTo>
                    <a:pt x="108219" y="391339"/>
                  </a:lnTo>
                  <a:cubicBezTo>
                    <a:pt x="108219" y="392444"/>
                    <a:pt x="113390" y="399426"/>
                    <a:pt x="137959" y="405856"/>
                  </a:cubicBezTo>
                  <a:cubicBezTo>
                    <a:pt x="160610" y="411795"/>
                    <a:pt x="190856" y="415063"/>
                    <a:pt x="223144" y="415063"/>
                  </a:cubicBezTo>
                  <a:cubicBezTo>
                    <a:pt x="255432" y="415063"/>
                    <a:pt x="285678" y="411795"/>
                    <a:pt x="308313" y="405856"/>
                  </a:cubicBezTo>
                  <a:cubicBezTo>
                    <a:pt x="332867" y="399426"/>
                    <a:pt x="338054" y="392444"/>
                    <a:pt x="338054" y="391339"/>
                  </a:cubicBezTo>
                  <a:lnTo>
                    <a:pt x="338054" y="348539"/>
                  </a:lnTo>
                  <a:cubicBezTo>
                    <a:pt x="329983" y="352609"/>
                    <a:pt x="321472" y="355740"/>
                    <a:pt x="312687" y="357869"/>
                  </a:cubicBezTo>
                  <a:cubicBezTo>
                    <a:pt x="288655" y="364161"/>
                    <a:pt x="256859" y="367629"/>
                    <a:pt x="223144" y="367629"/>
                  </a:cubicBezTo>
                  <a:cubicBezTo>
                    <a:pt x="189429" y="367629"/>
                    <a:pt x="157617" y="364161"/>
                    <a:pt x="133586" y="357869"/>
                  </a:cubicBezTo>
                  <a:cubicBezTo>
                    <a:pt x="124801" y="355740"/>
                    <a:pt x="116290" y="352609"/>
                    <a:pt x="108219" y="348539"/>
                  </a:cubicBezTo>
                  <a:close/>
                  <a:moveTo>
                    <a:pt x="108219" y="326641"/>
                  </a:moveTo>
                  <a:cubicBezTo>
                    <a:pt x="108219" y="327746"/>
                    <a:pt x="113390" y="334728"/>
                    <a:pt x="137959" y="341158"/>
                  </a:cubicBezTo>
                  <a:cubicBezTo>
                    <a:pt x="160610" y="347097"/>
                    <a:pt x="190856" y="350365"/>
                    <a:pt x="223144" y="350365"/>
                  </a:cubicBezTo>
                  <a:cubicBezTo>
                    <a:pt x="255432" y="350365"/>
                    <a:pt x="285678" y="347097"/>
                    <a:pt x="308313" y="341158"/>
                  </a:cubicBezTo>
                  <a:cubicBezTo>
                    <a:pt x="332867" y="334728"/>
                    <a:pt x="338054" y="327746"/>
                    <a:pt x="338054" y="326641"/>
                  </a:cubicBezTo>
                  <a:lnTo>
                    <a:pt x="338054" y="283841"/>
                  </a:lnTo>
                  <a:cubicBezTo>
                    <a:pt x="329983" y="287911"/>
                    <a:pt x="321472" y="291042"/>
                    <a:pt x="312687" y="293171"/>
                  </a:cubicBezTo>
                  <a:cubicBezTo>
                    <a:pt x="288655" y="299463"/>
                    <a:pt x="256859" y="302916"/>
                    <a:pt x="223144" y="302916"/>
                  </a:cubicBezTo>
                  <a:cubicBezTo>
                    <a:pt x="218381" y="302916"/>
                    <a:pt x="214520" y="299055"/>
                    <a:pt x="214520" y="294292"/>
                  </a:cubicBezTo>
                  <a:cubicBezTo>
                    <a:pt x="214520" y="289528"/>
                    <a:pt x="218381" y="285667"/>
                    <a:pt x="223144" y="285667"/>
                  </a:cubicBezTo>
                  <a:cubicBezTo>
                    <a:pt x="255370" y="285667"/>
                    <a:pt x="285678" y="282399"/>
                    <a:pt x="308313" y="276460"/>
                  </a:cubicBezTo>
                  <a:cubicBezTo>
                    <a:pt x="332867" y="270030"/>
                    <a:pt x="338054" y="263047"/>
                    <a:pt x="338054" y="261943"/>
                  </a:cubicBezTo>
                  <a:lnTo>
                    <a:pt x="338054" y="219097"/>
                  </a:lnTo>
                  <a:cubicBezTo>
                    <a:pt x="329983" y="223167"/>
                    <a:pt x="321472" y="226298"/>
                    <a:pt x="312687" y="228427"/>
                  </a:cubicBezTo>
                  <a:cubicBezTo>
                    <a:pt x="288655" y="234719"/>
                    <a:pt x="256859" y="238172"/>
                    <a:pt x="223144" y="238172"/>
                  </a:cubicBezTo>
                  <a:cubicBezTo>
                    <a:pt x="189429" y="238172"/>
                    <a:pt x="157617" y="234719"/>
                    <a:pt x="133586" y="228427"/>
                  </a:cubicBezTo>
                  <a:cubicBezTo>
                    <a:pt x="124801" y="226298"/>
                    <a:pt x="116290" y="223167"/>
                    <a:pt x="108219" y="219097"/>
                  </a:cubicBezTo>
                  <a:lnTo>
                    <a:pt x="108219" y="261897"/>
                  </a:lnTo>
                  <a:cubicBezTo>
                    <a:pt x="108219" y="265288"/>
                    <a:pt x="128168" y="279483"/>
                    <a:pt x="187772" y="284240"/>
                  </a:cubicBezTo>
                  <a:cubicBezTo>
                    <a:pt x="192536" y="284495"/>
                    <a:pt x="196192" y="288565"/>
                    <a:pt x="195937" y="293330"/>
                  </a:cubicBezTo>
                  <a:cubicBezTo>
                    <a:pt x="195682" y="298094"/>
                    <a:pt x="191612" y="301750"/>
                    <a:pt x="186847" y="301495"/>
                  </a:cubicBezTo>
                  <a:cubicBezTo>
                    <a:pt x="186695" y="301487"/>
                    <a:pt x="186543" y="301474"/>
                    <a:pt x="186391" y="301458"/>
                  </a:cubicBezTo>
                  <a:cubicBezTo>
                    <a:pt x="166947" y="299924"/>
                    <a:pt x="129995" y="295519"/>
                    <a:pt x="108219" y="283872"/>
                  </a:cubicBezTo>
                  <a:close/>
                  <a:moveTo>
                    <a:pt x="266036" y="588932"/>
                  </a:moveTo>
                  <a:cubicBezTo>
                    <a:pt x="261272" y="588932"/>
                    <a:pt x="257411" y="585070"/>
                    <a:pt x="257411" y="580307"/>
                  </a:cubicBezTo>
                  <a:cubicBezTo>
                    <a:pt x="257411" y="560005"/>
                    <a:pt x="255662" y="540945"/>
                    <a:pt x="252623" y="528009"/>
                  </a:cubicBezTo>
                  <a:lnTo>
                    <a:pt x="249922" y="516515"/>
                  </a:lnTo>
                  <a:cubicBezTo>
                    <a:pt x="248829" y="511874"/>
                    <a:pt x="251704" y="507227"/>
                    <a:pt x="256345" y="506133"/>
                  </a:cubicBezTo>
                  <a:cubicBezTo>
                    <a:pt x="260985" y="505040"/>
                    <a:pt x="265633" y="507915"/>
                    <a:pt x="266726" y="512555"/>
                  </a:cubicBezTo>
                  <a:lnTo>
                    <a:pt x="269427" y="524050"/>
                  </a:lnTo>
                  <a:cubicBezTo>
                    <a:pt x="272757" y="538229"/>
                    <a:pt x="274675" y="558731"/>
                    <a:pt x="274675" y="580307"/>
                  </a:cubicBezTo>
                  <a:cubicBezTo>
                    <a:pt x="274667" y="585073"/>
                    <a:pt x="270801" y="588932"/>
                    <a:pt x="266036" y="588932"/>
                  </a:cubicBezTo>
                  <a:close/>
                  <a:moveTo>
                    <a:pt x="8640" y="588932"/>
                  </a:moveTo>
                  <a:cubicBezTo>
                    <a:pt x="3874" y="588932"/>
                    <a:pt x="8" y="585073"/>
                    <a:pt x="0" y="580307"/>
                  </a:cubicBezTo>
                  <a:cubicBezTo>
                    <a:pt x="-14" y="556882"/>
                    <a:pt x="10266" y="534634"/>
                    <a:pt x="28114" y="519461"/>
                  </a:cubicBezTo>
                  <a:lnTo>
                    <a:pt x="47956" y="502581"/>
                  </a:lnTo>
                  <a:cubicBezTo>
                    <a:pt x="51710" y="499635"/>
                    <a:pt x="57141" y="500291"/>
                    <a:pt x="60086" y="504045"/>
                  </a:cubicBezTo>
                  <a:cubicBezTo>
                    <a:pt x="62868" y="507590"/>
                    <a:pt x="62457" y="512679"/>
                    <a:pt x="59143" y="515732"/>
                  </a:cubicBezTo>
                  <a:lnTo>
                    <a:pt x="39301" y="532612"/>
                  </a:lnTo>
                  <a:cubicBezTo>
                    <a:pt x="25305" y="544508"/>
                    <a:pt x="17246" y="561955"/>
                    <a:pt x="17264" y="580323"/>
                  </a:cubicBezTo>
                  <a:cubicBezTo>
                    <a:pt x="17264" y="585086"/>
                    <a:pt x="13403" y="588947"/>
                    <a:pt x="8640" y="588947"/>
                  </a:cubicBezTo>
                  <a:close/>
                  <a:moveTo>
                    <a:pt x="246976" y="126255"/>
                  </a:moveTo>
                  <a:cubicBezTo>
                    <a:pt x="242210" y="126255"/>
                    <a:pt x="238345" y="122396"/>
                    <a:pt x="238336" y="117630"/>
                  </a:cubicBezTo>
                  <a:lnTo>
                    <a:pt x="238336" y="100351"/>
                  </a:lnTo>
                  <a:cubicBezTo>
                    <a:pt x="238537" y="95584"/>
                    <a:pt x="242565" y="91882"/>
                    <a:pt x="247332" y="92083"/>
                  </a:cubicBezTo>
                  <a:cubicBezTo>
                    <a:pt x="251818" y="92272"/>
                    <a:pt x="255411" y="95865"/>
                    <a:pt x="255600" y="100351"/>
                  </a:cubicBezTo>
                  <a:lnTo>
                    <a:pt x="255600" y="117630"/>
                  </a:lnTo>
                  <a:cubicBezTo>
                    <a:pt x="255600" y="122393"/>
                    <a:pt x="251739" y="126255"/>
                    <a:pt x="246976" y="126255"/>
                  </a:cubicBezTo>
                  <a:close/>
                  <a:moveTo>
                    <a:pt x="199312" y="126255"/>
                  </a:moveTo>
                  <a:cubicBezTo>
                    <a:pt x="194546" y="126255"/>
                    <a:pt x="190681" y="122396"/>
                    <a:pt x="190672" y="117630"/>
                  </a:cubicBezTo>
                  <a:lnTo>
                    <a:pt x="190672" y="100351"/>
                  </a:lnTo>
                  <a:cubicBezTo>
                    <a:pt x="190873" y="95584"/>
                    <a:pt x="194901" y="91882"/>
                    <a:pt x="199668" y="92083"/>
                  </a:cubicBezTo>
                  <a:cubicBezTo>
                    <a:pt x="204154" y="92272"/>
                    <a:pt x="207747" y="95865"/>
                    <a:pt x="207936" y="100351"/>
                  </a:cubicBezTo>
                  <a:lnTo>
                    <a:pt x="207936" y="117630"/>
                  </a:lnTo>
                  <a:cubicBezTo>
                    <a:pt x="207936" y="122393"/>
                    <a:pt x="204075" y="126255"/>
                    <a:pt x="199312" y="126255"/>
                  </a:cubicBezTo>
                  <a:close/>
                  <a:moveTo>
                    <a:pt x="387084" y="81828"/>
                  </a:moveTo>
                  <a:cubicBezTo>
                    <a:pt x="382320" y="81839"/>
                    <a:pt x="378451" y="77986"/>
                    <a:pt x="378440" y="73223"/>
                  </a:cubicBezTo>
                  <a:cubicBezTo>
                    <a:pt x="378434" y="70249"/>
                    <a:pt x="379961" y="67481"/>
                    <a:pt x="382480" y="65899"/>
                  </a:cubicBezTo>
                  <a:lnTo>
                    <a:pt x="405130" y="51520"/>
                  </a:lnTo>
                  <a:cubicBezTo>
                    <a:pt x="419998" y="42180"/>
                    <a:pt x="429001" y="25834"/>
                    <a:pt x="428947" y="8276"/>
                  </a:cubicBezTo>
                  <a:cubicBezTo>
                    <a:pt x="429148" y="3508"/>
                    <a:pt x="433176" y="-193"/>
                    <a:pt x="437943" y="8"/>
                  </a:cubicBezTo>
                  <a:cubicBezTo>
                    <a:pt x="442429" y="197"/>
                    <a:pt x="446022" y="3790"/>
                    <a:pt x="446211" y="8276"/>
                  </a:cubicBezTo>
                  <a:cubicBezTo>
                    <a:pt x="446277" y="31755"/>
                    <a:pt x="434243" y="53613"/>
                    <a:pt x="414368" y="66114"/>
                  </a:cubicBezTo>
                  <a:lnTo>
                    <a:pt x="391626" y="80493"/>
                  </a:lnTo>
                  <a:cubicBezTo>
                    <a:pt x="390250" y="81368"/>
                    <a:pt x="388653" y="81831"/>
                    <a:pt x="387022" y="81828"/>
                  </a:cubicBezTo>
                  <a:close/>
                  <a:moveTo>
                    <a:pt x="318472" y="80294"/>
                  </a:moveTo>
                  <a:cubicBezTo>
                    <a:pt x="313709" y="80294"/>
                    <a:pt x="309848" y="76433"/>
                    <a:pt x="309848" y="71669"/>
                  </a:cubicBezTo>
                  <a:lnTo>
                    <a:pt x="309848" y="54313"/>
                  </a:lnTo>
                  <a:cubicBezTo>
                    <a:pt x="310049" y="49546"/>
                    <a:pt x="314077" y="45844"/>
                    <a:pt x="318844" y="46045"/>
                  </a:cubicBezTo>
                  <a:cubicBezTo>
                    <a:pt x="323330" y="46235"/>
                    <a:pt x="326923" y="49828"/>
                    <a:pt x="327112" y="54313"/>
                  </a:cubicBezTo>
                  <a:lnTo>
                    <a:pt x="327112" y="71593"/>
                  </a:lnTo>
                  <a:cubicBezTo>
                    <a:pt x="327104" y="76358"/>
                    <a:pt x="323238" y="80217"/>
                    <a:pt x="318472" y="80217"/>
                  </a:cubicBezTo>
                  <a:close/>
                  <a:moveTo>
                    <a:pt x="270808" y="80294"/>
                  </a:moveTo>
                  <a:cubicBezTo>
                    <a:pt x="266042" y="80294"/>
                    <a:pt x="262177" y="76435"/>
                    <a:pt x="262168" y="71669"/>
                  </a:cubicBezTo>
                  <a:lnTo>
                    <a:pt x="262168" y="54313"/>
                  </a:lnTo>
                  <a:cubicBezTo>
                    <a:pt x="262369" y="49546"/>
                    <a:pt x="266397" y="45844"/>
                    <a:pt x="271164" y="46045"/>
                  </a:cubicBezTo>
                  <a:cubicBezTo>
                    <a:pt x="275650" y="46235"/>
                    <a:pt x="279243" y="49828"/>
                    <a:pt x="279432" y="54313"/>
                  </a:cubicBezTo>
                  <a:lnTo>
                    <a:pt x="279432" y="71593"/>
                  </a:lnTo>
                  <a:cubicBezTo>
                    <a:pt x="279432" y="76356"/>
                    <a:pt x="275571" y="80217"/>
                    <a:pt x="270808" y="80217"/>
                  </a:cubicBezTo>
                  <a:close/>
                  <a:moveTo>
                    <a:pt x="223144" y="80294"/>
                  </a:moveTo>
                  <a:cubicBezTo>
                    <a:pt x="218378" y="80294"/>
                    <a:pt x="214513" y="76435"/>
                    <a:pt x="214504" y="71669"/>
                  </a:cubicBezTo>
                  <a:lnTo>
                    <a:pt x="214504" y="54313"/>
                  </a:lnTo>
                  <a:cubicBezTo>
                    <a:pt x="214705" y="49546"/>
                    <a:pt x="218733" y="45844"/>
                    <a:pt x="223500" y="46045"/>
                  </a:cubicBezTo>
                  <a:cubicBezTo>
                    <a:pt x="227986" y="46235"/>
                    <a:pt x="231579" y="49828"/>
                    <a:pt x="231768" y="54313"/>
                  </a:cubicBezTo>
                  <a:lnTo>
                    <a:pt x="231768" y="71593"/>
                  </a:lnTo>
                  <a:cubicBezTo>
                    <a:pt x="231768" y="76356"/>
                    <a:pt x="227907" y="80217"/>
                    <a:pt x="223144" y="80217"/>
                  </a:cubicBezTo>
                  <a:close/>
                  <a:moveTo>
                    <a:pt x="175464" y="80294"/>
                  </a:moveTo>
                  <a:cubicBezTo>
                    <a:pt x="170701" y="80294"/>
                    <a:pt x="166840" y="76433"/>
                    <a:pt x="166840" y="71669"/>
                  </a:cubicBezTo>
                  <a:lnTo>
                    <a:pt x="166840" y="54313"/>
                  </a:lnTo>
                  <a:cubicBezTo>
                    <a:pt x="167041" y="49546"/>
                    <a:pt x="171069" y="45844"/>
                    <a:pt x="175836" y="46045"/>
                  </a:cubicBezTo>
                  <a:cubicBezTo>
                    <a:pt x="180322" y="46235"/>
                    <a:pt x="183915" y="49828"/>
                    <a:pt x="184104" y="54313"/>
                  </a:cubicBezTo>
                  <a:lnTo>
                    <a:pt x="184104" y="71593"/>
                  </a:lnTo>
                  <a:cubicBezTo>
                    <a:pt x="184096" y="76358"/>
                    <a:pt x="180230" y="80217"/>
                    <a:pt x="175464" y="80217"/>
                  </a:cubicBezTo>
                  <a:close/>
                  <a:moveTo>
                    <a:pt x="127800" y="80294"/>
                  </a:moveTo>
                  <a:cubicBezTo>
                    <a:pt x="123037" y="80294"/>
                    <a:pt x="119176" y="76433"/>
                    <a:pt x="119176" y="71669"/>
                  </a:cubicBezTo>
                  <a:lnTo>
                    <a:pt x="119176" y="54313"/>
                  </a:lnTo>
                  <a:cubicBezTo>
                    <a:pt x="119377" y="49546"/>
                    <a:pt x="123405" y="45844"/>
                    <a:pt x="128172" y="46045"/>
                  </a:cubicBezTo>
                  <a:cubicBezTo>
                    <a:pt x="132658" y="46235"/>
                    <a:pt x="136251" y="49828"/>
                    <a:pt x="136440" y="54313"/>
                  </a:cubicBezTo>
                  <a:lnTo>
                    <a:pt x="136440" y="71593"/>
                  </a:lnTo>
                  <a:cubicBezTo>
                    <a:pt x="136431" y="76358"/>
                    <a:pt x="132566" y="80217"/>
                    <a:pt x="127800" y="80217"/>
                  </a:cubicBezTo>
                  <a:close/>
                  <a:moveTo>
                    <a:pt x="389969" y="34256"/>
                  </a:moveTo>
                  <a:cubicBezTo>
                    <a:pt x="385205" y="34256"/>
                    <a:pt x="381344" y="30395"/>
                    <a:pt x="381344" y="25632"/>
                  </a:cubicBezTo>
                  <a:lnTo>
                    <a:pt x="381344" y="8276"/>
                  </a:lnTo>
                  <a:cubicBezTo>
                    <a:pt x="381545" y="3508"/>
                    <a:pt x="385573" y="-193"/>
                    <a:pt x="390340" y="8"/>
                  </a:cubicBezTo>
                  <a:cubicBezTo>
                    <a:pt x="394826" y="197"/>
                    <a:pt x="398419" y="3790"/>
                    <a:pt x="398608" y="8276"/>
                  </a:cubicBezTo>
                  <a:lnTo>
                    <a:pt x="398608" y="25555"/>
                  </a:lnTo>
                  <a:cubicBezTo>
                    <a:pt x="398600" y="30321"/>
                    <a:pt x="394734" y="34180"/>
                    <a:pt x="389969" y="34180"/>
                  </a:cubicBezTo>
                  <a:close/>
                  <a:moveTo>
                    <a:pt x="342304" y="34256"/>
                  </a:moveTo>
                  <a:cubicBezTo>
                    <a:pt x="337541" y="34256"/>
                    <a:pt x="333680" y="30395"/>
                    <a:pt x="333680" y="25632"/>
                  </a:cubicBezTo>
                  <a:lnTo>
                    <a:pt x="333680" y="8276"/>
                  </a:lnTo>
                  <a:cubicBezTo>
                    <a:pt x="333881" y="3508"/>
                    <a:pt x="337909" y="-193"/>
                    <a:pt x="342676" y="8"/>
                  </a:cubicBezTo>
                  <a:cubicBezTo>
                    <a:pt x="347162" y="197"/>
                    <a:pt x="350755" y="3790"/>
                    <a:pt x="350944" y="8276"/>
                  </a:cubicBezTo>
                  <a:lnTo>
                    <a:pt x="350944" y="25555"/>
                  </a:lnTo>
                  <a:cubicBezTo>
                    <a:pt x="350936" y="30321"/>
                    <a:pt x="347070" y="34180"/>
                    <a:pt x="342304" y="34180"/>
                  </a:cubicBezTo>
                  <a:close/>
                  <a:moveTo>
                    <a:pt x="294640" y="34180"/>
                  </a:moveTo>
                  <a:cubicBezTo>
                    <a:pt x="289877" y="34180"/>
                    <a:pt x="286016" y="30318"/>
                    <a:pt x="286016" y="25555"/>
                  </a:cubicBezTo>
                  <a:lnTo>
                    <a:pt x="286016" y="8276"/>
                  </a:lnTo>
                  <a:cubicBezTo>
                    <a:pt x="286217" y="3508"/>
                    <a:pt x="290245" y="-193"/>
                    <a:pt x="295012" y="8"/>
                  </a:cubicBezTo>
                  <a:cubicBezTo>
                    <a:pt x="299497" y="197"/>
                    <a:pt x="303091" y="3790"/>
                    <a:pt x="303280" y="8276"/>
                  </a:cubicBezTo>
                  <a:lnTo>
                    <a:pt x="303280" y="25555"/>
                  </a:lnTo>
                  <a:cubicBezTo>
                    <a:pt x="303271" y="30321"/>
                    <a:pt x="299406" y="34180"/>
                    <a:pt x="294640" y="34180"/>
                  </a:cubicBezTo>
                  <a:close/>
                  <a:moveTo>
                    <a:pt x="246976" y="34180"/>
                  </a:moveTo>
                  <a:cubicBezTo>
                    <a:pt x="242210" y="34180"/>
                    <a:pt x="238345" y="30321"/>
                    <a:pt x="238336" y="25555"/>
                  </a:cubicBezTo>
                  <a:lnTo>
                    <a:pt x="238336" y="8276"/>
                  </a:lnTo>
                  <a:cubicBezTo>
                    <a:pt x="238537" y="3508"/>
                    <a:pt x="242565" y="-193"/>
                    <a:pt x="247332" y="8"/>
                  </a:cubicBezTo>
                  <a:cubicBezTo>
                    <a:pt x="251818" y="197"/>
                    <a:pt x="255411" y="3790"/>
                    <a:pt x="255600" y="8276"/>
                  </a:cubicBezTo>
                  <a:lnTo>
                    <a:pt x="255600" y="25555"/>
                  </a:lnTo>
                  <a:cubicBezTo>
                    <a:pt x="255600" y="30318"/>
                    <a:pt x="251739" y="34180"/>
                    <a:pt x="246976" y="34180"/>
                  </a:cubicBezTo>
                  <a:close/>
                  <a:moveTo>
                    <a:pt x="199312" y="34180"/>
                  </a:moveTo>
                  <a:cubicBezTo>
                    <a:pt x="194546" y="34180"/>
                    <a:pt x="190681" y="30321"/>
                    <a:pt x="190672" y="25555"/>
                  </a:cubicBezTo>
                  <a:lnTo>
                    <a:pt x="190672" y="8276"/>
                  </a:lnTo>
                  <a:cubicBezTo>
                    <a:pt x="190873" y="3508"/>
                    <a:pt x="194901" y="-193"/>
                    <a:pt x="199668" y="8"/>
                  </a:cubicBezTo>
                  <a:cubicBezTo>
                    <a:pt x="204154" y="197"/>
                    <a:pt x="207747" y="3790"/>
                    <a:pt x="207936" y="8276"/>
                  </a:cubicBezTo>
                  <a:lnTo>
                    <a:pt x="207936" y="25555"/>
                  </a:lnTo>
                  <a:cubicBezTo>
                    <a:pt x="207936" y="30318"/>
                    <a:pt x="204075" y="34180"/>
                    <a:pt x="199312" y="34180"/>
                  </a:cubicBezTo>
                  <a:close/>
                  <a:moveTo>
                    <a:pt x="151632" y="34180"/>
                  </a:moveTo>
                  <a:cubicBezTo>
                    <a:pt x="146869" y="34180"/>
                    <a:pt x="143008" y="30318"/>
                    <a:pt x="143008" y="25555"/>
                  </a:cubicBezTo>
                  <a:lnTo>
                    <a:pt x="143008" y="8276"/>
                  </a:lnTo>
                  <a:cubicBezTo>
                    <a:pt x="143209" y="3508"/>
                    <a:pt x="147237" y="-193"/>
                    <a:pt x="152004" y="8"/>
                  </a:cubicBezTo>
                  <a:cubicBezTo>
                    <a:pt x="156490" y="197"/>
                    <a:pt x="160083" y="3790"/>
                    <a:pt x="160272" y="8276"/>
                  </a:cubicBezTo>
                  <a:lnTo>
                    <a:pt x="160272" y="25555"/>
                  </a:lnTo>
                  <a:cubicBezTo>
                    <a:pt x="160264" y="30321"/>
                    <a:pt x="156398" y="34180"/>
                    <a:pt x="151632" y="34180"/>
                  </a:cubicBezTo>
                  <a:close/>
                  <a:moveTo>
                    <a:pt x="103968" y="34180"/>
                  </a:moveTo>
                  <a:cubicBezTo>
                    <a:pt x="99205" y="34180"/>
                    <a:pt x="95344" y="30318"/>
                    <a:pt x="95344" y="25555"/>
                  </a:cubicBezTo>
                  <a:lnTo>
                    <a:pt x="95344" y="8276"/>
                  </a:lnTo>
                  <a:cubicBezTo>
                    <a:pt x="95545" y="3508"/>
                    <a:pt x="99572" y="-193"/>
                    <a:pt x="104340" y="8"/>
                  </a:cubicBezTo>
                  <a:cubicBezTo>
                    <a:pt x="108825" y="197"/>
                    <a:pt x="112419" y="3790"/>
                    <a:pt x="112608" y="8276"/>
                  </a:cubicBezTo>
                  <a:lnTo>
                    <a:pt x="112608" y="25555"/>
                  </a:lnTo>
                  <a:cubicBezTo>
                    <a:pt x="112599" y="30321"/>
                    <a:pt x="108734" y="34180"/>
                    <a:pt x="103968" y="34180"/>
                  </a:cubicBezTo>
                  <a:close/>
                  <a:moveTo>
                    <a:pt x="56304" y="34180"/>
                  </a:moveTo>
                  <a:cubicBezTo>
                    <a:pt x="51538" y="34180"/>
                    <a:pt x="47673" y="30321"/>
                    <a:pt x="47664" y="25555"/>
                  </a:cubicBezTo>
                  <a:lnTo>
                    <a:pt x="47664" y="8276"/>
                  </a:lnTo>
                  <a:cubicBezTo>
                    <a:pt x="47865" y="3508"/>
                    <a:pt x="51893" y="-193"/>
                    <a:pt x="56660" y="8"/>
                  </a:cubicBezTo>
                  <a:cubicBezTo>
                    <a:pt x="61146" y="197"/>
                    <a:pt x="64739" y="3790"/>
                    <a:pt x="64928" y="8276"/>
                  </a:cubicBezTo>
                  <a:lnTo>
                    <a:pt x="64928" y="25555"/>
                  </a:lnTo>
                  <a:cubicBezTo>
                    <a:pt x="64928" y="30318"/>
                    <a:pt x="61067" y="34180"/>
                    <a:pt x="56304" y="3418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6" name="Google Shape;336;p8"/>
          <p:cNvGrpSpPr/>
          <p:nvPr/>
        </p:nvGrpSpPr>
        <p:grpSpPr>
          <a:xfrm>
            <a:off x="6731594" y="4447526"/>
            <a:ext cx="950302" cy="859108"/>
            <a:chOff x="984699" y="2704568"/>
            <a:chExt cx="441888" cy="399483"/>
          </a:xfrm>
        </p:grpSpPr>
        <p:sp>
          <p:nvSpPr>
            <p:cNvPr id="337" name="Google Shape;337;p8"/>
            <p:cNvSpPr/>
            <p:nvPr/>
          </p:nvSpPr>
          <p:spPr>
            <a:xfrm>
              <a:off x="1354688" y="2961784"/>
              <a:ext cx="32212" cy="32212"/>
            </a:xfrm>
            <a:custGeom>
              <a:rect b="b" l="l" r="r" t="t"/>
              <a:pathLst>
                <a:path extrusionOk="0" h="42949" w="42949">
                  <a:moveTo>
                    <a:pt x="28743" y="0"/>
                  </a:moveTo>
                  <a:cubicBezTo>
                    <a:pt x="29755" y="2560"/>
                    <a:pt x="30275" y="5288"/>
                    <a:pt x="30277" y="8041"/>
                  </a:cubicBezTo>
                  <a:cubicBezTo>
                    <a:pt x="30286" y="20305"/>
                    <a:pt x="20351" y="30253"/>
                    <a:pt x="8087" y="30262"/>
                  </a:cubicBezTo>
                  <a:cubicBezTo>
                    <a:pt x="5320" y="30264"/>
                    <a:pt x="2578" y="29749"/>
                    <a:pt x="0" y="28743"/>
                  </a:cubicBezTo>
                  <a:cubicBezTo>
                    <a:pt x="4429" y="40188"/>
                    <a:pt x="17298" y="45875"/>
                    <a:pt x="28743" y="41446"/>
                  </a:cubicBezTo>
                  <a:cubicBezTo>
                    <a:pt x="40188" y="37017"/>
                    <a:pt x="45875" y="24149"/>
                    <a:pt x="41446" y="12704"/>
                  </a:cubicBezTo>
                  <a:cubicBezTo>
                    <a:pt x="39189" y="6870"/>
                    <a:pt x="34577" y="2258"/>
                    <a:pt x="28743" y="0"/>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8" name="Google Shape;338;p8"/>
            <p:cNvSpPr/>
            <p:nvPr/>
          </p:nvSpPr>
          <p:spPr>
            <a:xfrm>
              <a:off x="991225" y="2857094"/>
              <a:ext cx="214119" cy="214122"/>
            </a:xfrm>
            <a:custGeom>
              <a:rect b="b" l="l" r="r" t="t"/>
              <a:pathLst>
                <a:path extrusionOk="0" h="285496" w="285492">
                  <a:moveTo>
                    <a:pt x="157859" y="285481"/>
                  </a:moveTo>
                  <a:cubicBezTo>
                    <a:pt x="228365" y="285465"/>
                    <a:pt x="285508" y="228296"/>
                    <a:pt x="285493" y="157790"/>
                  </a:cubicBezTo>
                  <a:cubicBezTo>
                    <a:pt x="285487" y="132681"/>
                    <a:pt x="278077" y="108132"/>
                    <a:pt x="264190" y="87212"/>
                  </a:cubicBezTo>
                  <a:cubicBezTo>
                    <a:pt x="271740" y="75135"/>
                    <a:pt x="275838" y="49185"/>
                    <a:pt x="275838" y="49185"/>
                  </a:cubicBezTo>
                  <a:cubicBezTo>
                    <a:pt x="269920" y="43048"/>
                    <a:pt x="263521" y="37393"/>
                    <a:pt x="256702" y="32274"/>
                  </a:cubicBezTo>
                  <a:cubicBezTo>
                    <a:pt x="247733" y="36199"/>
                    <a:pt x="239060" y="40769"/>
                    <a:pt x="230752" y="45947"/>
                  </a:cubicBezTo>
                  <a:cubicBezTo>
                    <a:pt x="218580" y="38429"/>
                    <a:pt x="205280" y="32916"/>
                    <a:pt x="191359" y="29619"/>
                  </a:cubicBezTo>
                  <a:cubicBezTo>
                    <a:pt x="189163" y="20075"/>
                    <a:pt x="186270" y="10704"/>
                    <a:pt x="182704" y="1583"/>
                  </a:cubicBezTo>
                  <a:cubicBezTo>
                    <a:pt x="167852" y="-528"/>
                    <a:pt x="152777" y="-528"/>
                    <a:pt x="137925" y="1583"/>
                  </a:cubicBezTo>
                  <a:cubicBezTo>
                    <a:pt x="134352" y="10719"/>
                    <a:pt x="131454" y="20105"/>
                    <a:pt x="129254" y="29666"/>
                  </a:cubicBezTo>
                  <a:cubicBezTo>
                    <a:pt x="115339" y="32964"/>
                    <a:pt x="102043" y="38477"/>
                    <a:pt x="89877" y="45993"/>
                  </a:cubicBezTo>
                  <a:cubicBezTo>
                    <a:pt x="81559" y="40764"/>
                    <a:pt x="72871" y="36148"/>
                    <a:pt x="63881" y="32182"/>
                  </a:cubicBezTo>
                  <a:cubicBezTo>
                    <a:pt x="51895" y="41210"/>
                    <a:pt x="41243" y="51884"/>
                    <a:pt x="32238" y="63887"/>
                  </a:cubicBezTo>
                  <a:cubicBezTo>
                    <a:pt x="36176" y="72863"/>
                    <a:pt x="40761" y="81541"/>
                    <a:pt x="45957" y="89852"/>
                  </a:cubicBezTo>
                  <a:cubicBezTo>
                    <a:pt x="38441" y="102018"/>
                    <a:pt x="32928" y="115314"/>
                    <a:pt x="29629" y="129229"/>
                  </a:cubicBezTo>
                  <a:cubicBezTo>
                    <a:pt x="20084" y="131442"/>
                    <a:pt x="10710" y="134335"/>
                    <a:pt x="1577" y="137884"/>
                  </a:cubicBezTo>
                  <a:cubicBezTo>
                    <a:pt x="-526" y="152737"/>
                    <a:pt x="-526" y="167811"/>
                    <a:pt x="1577" y="182664"/>
                  </a:cubicBezTo>
                  <a:cubicBezTo>
                    <a:pt x="10709" y="186234"/>
                    <a:pt x="20090" y="189132"/>
                    <a:pt x="29644" y="191334"/>
                  </a:cubicBezTo>
                  <a:cubicBezTo>
                    <a:pt x="32943" y="205250"/>
                    <a:pt x="38456" y="218545"/>
                    <a:pt x="45972" y="230711"/>
                  </a:cubicBezTo>
                  <a:cubicBezTo>
                    <a:pt x="40748" y="239032"/>
                    <a:pt x="36132" y="247720"/>
                    <a:pt x="32161" y="256707"/>
                  </a:cubicBezTo>
                  <a:cubicBezTo>
                    <a:pt x="37321" y="263520"/>
                    <a:pt x="43017" y="269909"/>
                    <a:pt x="49195" y="275813"/>
                  </a:cubicBezTo>
                  <a:cubicBezTo>
                    <a:pt x="49195" y="275813"/>
                    <a:pt x="75160" y="271731"/>
                    <a:pt x="87237" y="264165"/>
                  </a:cubicBezTo>
                  <a:cubicBezTo>
                    <a:pt x="108139" y="278104"/>
                    <a:pt x="132706" y="285528"/>
                    <a:pt x="157828" y="28549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9" name="Google Shape;339;p8"/>
            <p:cNvSpPr/>
            <p:nvPr/>
          </p:nvSpPr>
          <p:spPr>
            <a:xfrm>
              <a:off x="1028121" y="2938109"/>
              <a:ext cx="203556" cy="159418"/>
            </a:xfrm>
            <a:custGeom>
              <a:rect b="b" l="l" r="r" t="t"/>
              <a:pathLst>
                <a:path extrusionOk="0" h="212557" w="271408">
                  <a:moveTo>
                    <a:pt x="269857" y="29878"/>
                  </a:moveTo>
                  <a:cubicBezTo>
                    <a:pt x="260717" y="26314"/>
                    <a:pt x="251332" y="23417"/>
                    <a:pt x="241774" y="21208"/>
                  </a:cubicBezTo>
                  <a:cubicBezTo>
                    <a:pt x="240048" y="13958"/>
                    <a:pt x="237723" y="6865"/>
                    <a:pt x="234822" y="0"/>
                  </a:cubicBezTo>
                  <a:lnTo>
                    <a:pt x="225615" y="0"/>
                  </a:lnTo>
                  <a:lnTo>
                    <a:pt x="223221" y="11617"/>
                  </a:lnTo>
                  <a:cubicBezTo>
                    <a:pt x="241360" y="77827"/>
                    <a:pt x="202392" y="146205"/>
                    <a:pt x="136182" y="164345"/>
                  </a:cubicBezTo>
                  <a:cubicBezTo>
                    <a:pt x="101562" y="173830"/>
                    <a:pt x="64532" y="167885"/>
                    <a:pt x="34620" y="148041"/>
                  </a:cubicBezTo>
                  <a:cubicBezTo>
                    <a:pt x="22865" y="155407"/>
                    <a:pt x="12399" y="161162"/>
                    <a:pt x="0" y="167791"/>
                  </a:cubicBezTo>
                  <a:cubicBezTo>
                    <a:pt x="4646" y="172266"/>
                    <a:pt x="9560" y="176453"/>
                    <a:pt x="14717" y="180329"/>
                  </a:cubicBezTo>
                  <a:cubicBezTo>
                    <a:pt x="23683" y="176381"/>
                    <a:pt x="32355" y="171797"/>
                    <a:pt x="40666" y="166610"/>
                  </a:cubicBezTo>
                  <a:cubicBezTo>
                    <a:pt x="52840" y="174120"/>
                    <a:pt x="66140" y="179627"/>
                    <a:pt x="80059" y="182922"/>
                  </a:cubicBezTo>
                  <a:cubicBezTo>
                    <a:pt x="82261" y="192471"/>
                    <a:pt x="85154" y="201846"/>
                    <a:pt x="88714" y="210975"/>
                  </a:cubicBezTo>
                  <a:cubicBezTo>
                    <a:pt x="103566" y="213085"/>
                    <a:pt x="118642" y="213085"/>
                    <a:pt x="133493" y="210975"/>
                  </a:cubicBezTo>
                  <a:cubicBezTo>
                    <a:pt x="137061" y="201838"/>
                    <a:pt x="139954" y="192452"/>
                    <a:pt x="142149" y="182892"/>
                  </a:cubicBezTo>
                  <a:cubicBezTo>
                    <a:pt x="156071" y="179608"/>
                    <a:pt x="169376" y="174111"/>
                    <a:pt x="181557" y="166610"/>
                  </a:cubicBezTo>
                  <a:cubicBezTo>
                    <a:pt x="189882" y="171805"/>
                    <a:pt x="198569" y="176395"/>
                    <a:pt x="207552" y="180344"/>
                  </a:cubicBezTo>
                  <a:cubicBezTo>
                    <a:pt x="219543" y="171322"/>
                    <a:pt x="230200" y="160654"/>
                    <a:pt x="239211" y="148655"/>
                  </a:cubicBezTo>
                  <a:cubicBezTo>
                    <a:pt x="235242" y="139677"/>
                    <a:pt x="230626" y="130999"/>
                    <a:pt x="225400" y="122690"/>
                  </a:cubicBezTo>
                  <a:cubicBezTo>
                    <a:pt x="232916" y="110524"/>
                    <a:pt x="238429" y="97228"/>
                    <a:pt x="241728" y="83313"/>
                  </a:cubicBezTo>
                  <a:cubicBezTo>
                    <a:pt x="251291" y="81106"/>
                    <a:pt x="260682" y="78208"/>
                    <a:pt x="269826" y="74642"/>
                  </a:cubicBezTo>
                  <a:cubicBezTo>
                    <a:pt x="271936" y="59790"/>
                    <a:pt x="271936" y="44715"/>
                    <a:pt x="269826" y="29863"/>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0" name="Google Shape;340;p8"/>
            <p:cNvSpPr/>
            <p:nvPr/>
          </p:nvSpPr>
          <p:spPr>
            <a:xfrm>
              <a:off x="1075667" y="2949481"/>
              <a:ext cx="63635" cy="63647"/>
            </a:xfrm>
            <a:custGeom>
              <a:rect b="b" l="l" r="r" t="t"/>
              <a:pathLst>
                <a:path extrusionOk="0" h="84862" w="84847">
                  <a:moveTo>
                    <a:pt x="75732" y="9085"/>
                  </a:moveTo>
                  <a:lnTo>
                    <a:pt x="37766" y="0"/>
                  </a:lnTo>
                  <a:lnTo>
                    <a:pt x="0" y="37858"/>
                  </a:lnTo>
                  <a:lnTo>
                    <a:pt x="9929" y="74918"/>
                  </a:lnTo>
                  <a:lnTo>
                    <a:pt x="47035" y="84863"/>
                  </a:lnTo>
                  <a:lnTo>
                    <a:pt x="84847" y="47035"/>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1" name="Google Shape;341;p8"/>
            <p:cNvSpPr/>
            <p:nvPr/>
          </p:nvSpPr>
          <p:spPr>
            <a:xfrm>
              <a:off x="1065836" y="2893959"/>
              <a:ext cx="132267" cy="149701"/>
            </a:xfrm>
            <a:custGeom>
              <a:rect b="b" l="l" r="r" t="t"/>
              <a:pathLst>
                <a:path extrusionOk="0" h="199602" w="176356">
                  <a:moveTo>
                    <a:pt x="172935" y="70483"/>
                  </a:moveTo>
                  <a:lnTo>
                    <a:pt x="176357" y="0"/>
                  </a:lnTo>
                  <a:lnTo>
                    <a:pt x="132959" y="43429"/>
                  </a:lnTo>
                  <a:cubicBezTo>
                    <a:pt x="100947" y="20134"/>
                    <a:pt x="56982" y="15806"/>
                    <a:pt x="26244" y="46621"/>
                  </a:cubicBezTo>
                  <a:cubicBezTo>
                    <a:pt x="339" y="72532"/>
                    <a:pt x="-7184" y="111601"/>
                    <a:pt x="7246" y="145279"/>
                  </a:cubicBezTo>
                  <a:lnTo>
                    <a:pt x="64685" y="87840"/>
                  </a:lnTo>
                  <a:lnTo>
                    <a:pt x="101791" y="97784"/>
                  </a:lnTo>
                  <a:lnTo>
                    <a:pt x="111735" y="134875"/>
                  </a:lnTo>
                  <a:lnTo>
                    <a:pt x="54296" y="192329"/>
                  </a:lnTo>
                  <a:cubicBezTo>
                    <a:pt x="87953" y="206785"/>
                    <a:pt x="127020" y="199291"/>
                    <a:pt x="152939" y="173408"/>
                  </a:cubicBezTo>
                  <a:cubicBezTo>
                    <a:pt x="179794" y="146568"/>
                    <a:pt x="179948" y="109661"/>
                    <a:pt x="164080" y="79415"/>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2" name="Google Shape;342;p8"/>
            <p:cNvSpPr/>
            <p:nvPr/>
          </p:nvSpPr>
          <p:spPr>
            <a:xfrm>
              <a:off x="1183348" y="2893982"/>
              <a:ext cx="24215" cy="52839"/>
            </a:xfrm>
            <a:custGeom>
              <a:rect b="b" l="l" r="r" t="t"/>
              <a:pathLst>
                <a:path extrusionOk="0" h="70452" w="32287">
                  <a:moveTo>
                    <a:pt x="18476" y="40666"/>
                  </a:moveTo>
                  <a:cubicBezTo>
                    <a:pt x="23716" y="32354"/>
                    <a:pt x="28332" y="23665"/>
                    <a:pt x="32288" y="14671"/>
                  </a:cubicBezTo>
                  <a:cubicBezTo>
                    <a:pt x="28421" y="9522"/>
                    <a:pt x="24233" y="4622"/>
                    <a:pt x="19750" y="0"/>
                  </a:cubicBezTo>
                  <a:cubicBezTo>
                    <a:pt x="13105" y="12384"/>
                    <a:pt x="7351" y="22850"/>
                    <a:pt x="0" y="34605"/>
                  </a:cubicBezTo>
                  <a:cubicBezTo>
                    <a:pt x="7318" y="45608"/>
                    <a:pt x="12830" y="57710"/>
                    <a:pt x="16328" y="70453"/>
                  </a:cubicBezTo>
                  <a:lnTo>
                    <a:pt x="27929" y="58851"/>
                  </a:lnTo>
                  <a:cubicBezTo>
                    <a:pt x="25276" y="52558"/>
                    <a:pt x="22141" y="46478"/>
                    <a:pt x="18553" y="40666"/>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3" name="Google Shape;343;p8"/>
            <p:cNvSpPr/>
            <p:nvPr/>
          </p:nvSpPr>
          <p:spPr>
            <a:xfrm>
              <a:off x="1089143" y="2948306"/>
              <a:ext cx="58766" cy="56776"/>
            </a:xfrm>
            <a:custGeom>
              <a:rect b="b" l="l" r="r" t="t"/>
              <a:pathLst>
                <a:path extrusionOk="0" h="75701" w="78355">
                  <a:moveTo>
                    <a:pt x="68412" y="0"/>
                  </a:moveTo>
                  <a:lnTo>
                    <a:pt x="47281" y="8870"/>
                  </a:lnTo>
                  <a:lnTo>
                    <a:pt x="54631" y="36339"/>
                  </a:lnTo>
                  <a:lnTo>
                    <a:pt x="27484" y="63501"/>
                  </a:lnTo>
                  <a:lnTo>
                    <a:pt x="0" y="56135"/>
                  </a:lnTo>
                  <a:lnTo>
                    <a:pt x="2578" y="65772"/>
                  </a:lnTo>
                  <a:lnTo>
                    <a:pt x="39684" y="75701"/>
                  </a:lnTo>
                  <a:lnTo>
                    <a:pt x="78356" y="48539"/>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4" name="Google Shape;344;p8"/>
            <p:cNvSpPr/>
            <p:nvPr/>
          </p:nvSpPr>
          <p:spPr>
            <a:xfrm>
              <a:off x="1129001" y="2784620"/>
              <a:ext cx="167990" cy="168037"/>
            </a:xfrm>
            <a:custGeom>
              <a:rect b="b" l="l" r="r" t="t"/>
              <a:pathLst>
                <a:path extrusionOk="0" h="224049" w="223987">
                  <a:moveTo>
                    <a:pt x="186421" y="0"/>
                  </a:moveTo>
                  <a:lnTo>
                    <a:pt x="0" y="186483"/>
                  </a:lnTo>
                  <a:lnTo>
                    <a:pt x="32088" y="224049"/>
                  </a:lnTo>
                  <a:lnTo>
                    <a:pt x="134138" y="134215"/>
                  </a:lnTo>
                  <a:lnTo>
                    <a:pt x="223988" y="32226"/>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5" name="Google Shape;345;p8"/>
            <p:cNvSpPr/>
            <p:nvPr/>
          </p:nvSpPr>
          <p:spPr>
            <a:xfrm>
              <a:off x="1153032" y="2808790"/>
              <a:ext cx="153017" cy="153074"/>
            </a:xfrm>
            <a:custGeom>
              <a:rect b="b" l="l" r="r" t="t"/>
              <a:pathLst>
                <a:path extrusionOk="0" h="204099" w="204022">
                  <a:moveTo>
                    <a:pt x="0" y="191823"/>
                  </a:moveTo>
                  <a:lnTo>
                    <a:pt x="191823" y="0"/>
                  </a:lnTo>
                  <a:lnTo>
                    <a:pt x="204023" y="12277"/>
                  </a:lnTo>
                  <a:lnTo>
                    <a:pt x="12200" y="204100"/>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6" name="Google Shape;346;p8"/>
            <p:cNvSpPr/>
            <p:nvPr/>
          </p:nvSpPr>
          <p:spPr>
            <a:xfrm>
              <a:off x="1055481" y="2902173"/>
              <a:ext cx="126047" cy="124071"/>
            </a:xfrm>
            <a:custGeom>
              <a:rect b="b" l="l" r="r" t="t"/>
              <a:pathLst>
                <a:path extrusionOk="0" h="165428" w="168062">
                  <a:moveTo>
                    <a:pt x="155896" y="41531"/>
                  </a:moveTo>
                  <a:cubicBezTo>
                    <a:pt x="152738" y="37205"/>
                    <a:pt x="149249" y="33132"/>
                    <a:pt x="145461" y="29346"/>
                  </a:cubicBezTo>
                  <a:cubicBezTo>
                    <a:pt x="113326" y="-2788"/>
                    <a:pt x="61212" y="-13115"/>
                    <a:pt x="26239" y="21858"/>
                  </a:cubicBezTo>
                  <a:cubicBezTo>
                    <a:pt x="5295" y="42780"/>
                    <a:pt x="-3944" y="72707"/>
                    <a:pt x="1563" y="101794"/>
                  </a:cubicBezTo>
                  <a:lnTo>
                    <a:pt x="61043" y="58105"/>
                  </a:lnTo>
                  <a:lnTo>
                    <a:pt x="101786" y="72990"/>
                  </a:lnTo>
                  <a:lnTo>
                    <a:pt x="111730" y="110081"/>
                  </a:lnTo>
                  <a:lnTo>
                    <a:pt x="60813" y="161014"/>
                  </a:lnTo>
                  <a:cubicBezTo>
                    <a:pt x="84568" y="170697"/>
                    <a:pt x="125265" y="164405"/>
                    <a:pt x="147072" y="142599"/>
                  </a:cubicBezTo>
                  <a:cubicBezTo>
                    <a:pt x="171533" y="118137"/>
                    <a:pt x="174802" y="74187"/>
                    <a:pt x="155896" y="41439"/>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7" name="Google Shape;347;p8"/>
            <p:cNvSpPr/>
            <p:nvPr/>
          </p:nvSpPr>
          <p:spPr>
            <a:xfrm>
              <a:off x="1096199" y="2933321"/>
              <a:ext cx="90387" cy="99980"/>
            </a:xfrm>
            <a:custGeom>
              <a:rect b="b" l="l" r="r" t="t"/>
              <a:pathLst>
                <a:path extrusionOk="0" h="133307" w="120516">
                  <a:moveTo>
                    <a:pt x="101605" y="0"/>
                  </a:moveTo>
                  <a:cubicBezTo>
                    <a:pt x="116475" y="34098"/>
                    <a:pt x="110904" y="70361"/>
                    <a:pt x="86443" y="94837"/>
                  </a:cubicBezTo>
                  <a:cubicBezTo>
                    <a:pt x="65525" y="115776"/>
                    <a:pt x="35604" y="125014"/>
                    <a:pt x="6522" y="119513"/>
                  </a:cubicBezTo>
                  <a:lnTo>
                    <a:pt x="0" y="126035"/>
                  </a:lnTo>
                  <a:cubicBezTo>
                    <a:pt x="33657" y="140491"/>
                    <a:pt x="72724" y="132997"/>
                    <a:pt x="98643" y="107114"/>
                  </a:cubicBezTo>
                  <a:cubicBezTo>
                    <a:pt x="129504" y="76269"/>
                    <a:pt x="125115" y="32103"/>
                    <a:pt x="101605" y="77"/>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8" name="Google Shape;348;p8"/>
            <p:cNvSpPr/>
            <p:nvPr/>
          </p:nvSpPr>
          <p:spPr>
            <a:xfrm>
              <a:off x="1056653" y="2940331"/>
              <a:ext cx="75167" cy="52240"/>
            </a:xfrm>
            <a:custGeom>
              <a:rect b="b" l="l" r="r" t="t"/>
              <a:pathLst>
                <a:path extrusionOk="0" h="69654" w="100223">
                  <a:moveTo>
                    <a:pt x="50917" y="0"/>
                  </a:moveTo>
                  <a:lnTo>
                    <a:pt x="0" y="50917"/>
                  </a:lnTo>
                  <a:cubicBezTo>
                    <a:pt x="1203" y="57352"/>
                    <a:pt x="3107" y="63635"/>
                    <a:pt x="5678" y="69655"/>
                  </a:cubicBezTo>
                  <a:lnTo>
                    <a:pt x="63117" y="12200"/>
                  </a:lnTo>
                  <a:lnTo>
                    <a:pt x="100224" y="22144"/>
                  </a:lnTo>
                  <a:lnTo>
                    <a:pt x="97646" y="12522"/>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9" name="Google Shape;349;p8"/>
            <p:cNvSpPr/>
            <p:nvPr/>
          </p:nvSpPr>
          <p:spPr>
            <a:xfrm>
              <a:off x="1246502" y="2711148"/>
              <a:ext cx="124090" cy="126090"/>
            </a:xfrm>
            <a:custGeom>
              <a:rect b="b" l="l" r="r" t="t"/>
              <a:pathLst>
                <a:path extrusionOk="0" h="168120" w="165453">
                  <a:moveTo>
                    <a:pt x="41523" y="155909"/>
                  </a:moveTo>
                  <a:cubicBezTo>
                    <a:pt x="37201" y="152742"/>
                    <a:pt x="33127" y="149248"/>
                    <a:pt x="29339" y="145458"/>
                  </a:cubicBezTo>
                  <a:cubicBezTo>
                    <a:pt x="-2780" y="113339"/>
                    <a:pt x="-13123" y="61225"/>
                    <a:pt x="21865" y="26236"/>
                  </a:cubicBezTo>
                  <a:cubicBezTo>
                    <a:pt x="42784" y="5297"/>
                    <a:pt x="72704" y="-3941"/>
                    <a:pt x="101786" y="1560"/>
                  </a:cubicBezTo>
                  <a:lnTo>
                    <a:pt x="58143" y="61133"/>
                  </a:lnTo>
                  <a:lnTo>
                    <a:pt x="72998" y="101799"/>
                  </a:lnTo>
                  <a:lnTo>
                    <a:pt x="110119" y="111774"/>
                  </a:lnTo>
                  <a:lnTo>
                    <a:pt x="161037" y="60856"/>
                  </a:lnTo>
                  <a:cubicBezTo>
                    <a:pt x="170720" y="84612"/>
                    <a:pt x="164428" y="125386"/>
                    <a:pt x="142699" y="147115"/>
                  </a:cubicBezTo>
                  <a:cubicBezTo>
                    <a:pt x="118237" y="171592"/>
                    <a:pt x="74271" y="174861"/>
                    <a:pt x="41523" y="155955"/>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0" name="Google Shape;350;p8"/>
            <p:cNvSpPr/>
            <p:nvPr/>
          </p:nvSpPr>
          <p:spPr>
            <a:xfrm>
              <a:off x="1277645" y="2751865"/>
              <a:ext cx="99966" cy="90390"/>
            </a:xfrm>
            <a:custGeom>
              <a:rect b="b" l="l" r="r" t="t"/>
              <a:pathLst>
                <a:path extrusionOk="0" h="120520" w="133288">
                  <a:moveTo>
                    <a:pt x="0" y="101620"/>
                  </a:moveTo>
                  <a:cubicBezTo>
                    <a:pt x="34098" y="116490"/>
                    <a:pt x="70376" y="110920"/>
                    <a:pt x="94837" y="86458"/>
                  </a:cubicBezTo>
                  <a:cubicBezTo>
                    <a:pt x="115777" y="65534"/>
                    <a:pt x="125014" y="35609"/>
                    <a:pt x="119513" y="6522"/>
                  </a:cubicBezTo>
                  <a:lnTo>
                    <a:pt x="126035" y="0"/>
                  </a:lnTo>
                  <a:cubicBezTo>
                    <a:pt x="140473" y="33674"/>
                    <a:pt x="132956" y="72746"/>
                    <a:pt x="107053" y="98658"/>
                  </a:cubicBezTo>
                  <a:cubicBezTo>
                    <a:pt x="76192" y="129504"/>
                    <a:pt x="32042" y="125115"/>
                    <a:pt x="0" y="101620"/>
                  </a:cubicBez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1" name="Google Shape;351;p8"/>
            <p:cNvSpPr/>
            <p:nvPr/>
          </p:nvSpPr>
          <p:spPr>
            <a:xfrm>
              <a:off x="1284653" y="2712318"/>
              <a:ext cx="52275" cy="75179"/>
            </a:xfrm>
            <a:custGeom>
              <a:rect b="b" l="l" r="r" t="t"/>
              <a:pathLst>
                <a:path extrusionOk="0" h="100239" w="69700">
                  <a:moveTo>
                    <a:pt x="0" y="50917"/>
                  </a:moveTo>
                  <a:lnTo>
                    <a:pt x="50933" y="0"/>
                  </a:lnTo>
                  <a:cubicBezTo>
                    <a:pt x="57378" y="1205"/>
                    <a:pt x="63672" y="3114"/>
                    <a:pt x="69701" y="5693"/>
                  </a:cubicBezTo>
                  <a:lnTo>
                    <a:pt x="12246" y="63133"/>
                  </a:lnTo>
                  <a:lnTo>
                    <a:pt x="22129" y="100239"/>
                  </a:lnTo>
                  <a:lnTo>
                    <a:pt x="12492" y="97646"/>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2" name="Google Shape;352;p8"/>
            <p:cNvSpPr/>
            <p:nvPr/>
          </p:nvSpPr>
          <p:spPr>
            <a:xfrm>
              <a:off x="1320183" y="2927271"/>
              <a:ext cx="95723" cy="95731"/>
            </a:xfrm>
            <a:custGeom>
              <a:rect b="b" l="l" r="r" t="t"/>
              <a:pathLst>
                <a:path extrusionOk="0" h="127641" w="127631">
                  <a:moveTo>
                    <a:pt x="127632" y="60964"/>
                  </a:moveTo>
                  <a:cubicBezTo>
                    <a:pt x="127632" y="45772"/>
                    <a:pt x="122767" y="29321"/>
                    <a:pt x="107099" y="13668"/>
                  </a:cubicBezTo>
                  <a:cubicBezTo>
                    <a:pt x="77829" y="-8664"/>
                    <a:pt x="35997" y="-3040"/>
                    <a:pt x="13665" y="26229"/>
                  </a:cubicBezTo>
                  <a:cubicBezTo>
                    <a:pt x="-4552" y="50105"/>
                    <a:pt x="-4555" y="83215"/>
                    <a:pt x="13658" y="107094"/>
                  </a:cubicBezTo>
                  <a:cubicBezTo>
                    <a:pt x="27469" y="120905"/>
                    <a:pt x="45777" y="127642"/>
                    <a:pt x="60954" y="127642"/>
                  </a:cubicBezTo>
                  <a:cubicBezTo>
                    <a:pt x="97779" y="127642"/>
                    <a:pt x="127632" y="97789"/>
                    <a:pt x="127632" y="60964"/>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3" name="Google Shape;353;p8"/>
            <p:cNvSpPr/>
            <p:nvPr/>
          </p:nvSpPr>
          <p:spPr>
            <a:xfrm>
              <a:off x="1330427" y="2937522"/>
              <a:ext cx="89825" cy="89819"/>
            </a:xfrm>
            <a:custGeom>
              <a:rect b="b" l="l" r="r" t="t"/>
              <a:pathLst>
                <a:path extrusionOk="0" h="119759" w="119766">
                  <a:moveTo>
                    <a:pt x="93441" y="0"/>
                  </a:moveTo>
                  <a:cubicBezTo>
                    <a:pt x="115768" y="29274"/>
                    <a:pt x="110138" y="71105"/>
                    <a:pt x="80864" y="93432"/>
                  </a:cubicBezTo>
                  <a:cubicBezTo>
                    <a:pt x="56985" y="111645"/>
                    <a:pt x="23876" y="111642"/>
                    <a:pt x="0" y="93425"/>
                  </a:cubicBezTo>
                  <a:cubicBezTo>
                    <a:pt x="22283" y="122744"/>
                    <a:pt x="64114" y="128447"/>
                    <a:pt x="93432" y="106164"/>
                  </a:cubicBezTo>
                  <a:cubicBezTo>
                    <a:pt x="122750" y="83881"/>
                    <a:pt x="128453" y="42050"/>
                    <a:pt x="106170" y="12732"/>
                  </a:cubicBezTo>
                  <a:cubicBezTo>
                    <a:pt x="102522" y="7932"/>
                    <a:pt x="98240" y="3649"/>
                    <a:pt x="93441" y="0"/>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4" name="Google Shape;354;p8"/>
            <p:cNvSpPr/>
            <p:nvPr/>
          </p:nvSpPr>
          <p:spPr>
            <a:xfrm>
              <a:off x="984699" y="2704568"/>
              <a:ext cx="441888" cy="399483"/>
            </a:xfrm>
            <a:custGeom>
              <a:rect b="b" l="l" r="r" t="t"/>
              <a:pathLst>
                <a:path extrusionOk="0" h="532644" w="589184">
                  <a:moveTo>
                    <a:pt x="169123" y="532598"/>
                  </a:moveTo>
                  <a:cubicBezTo>
                    <a:pt x="161185" y="532594"/>
                    <a:pt x="153257" y="532030"/>
                    <a:pt x="145398" y="530910"/>
                  </a:cubicBezTo>
                  <a:cubicBezTo>
                    <a:pt x="142346" y="530482"/>
                    <a:pt x="139754" y="528458"/>
                    <a:pt x="138600" y="525600"/>
                  </a:cubicBezTo>
                  <a:cubicBezTo>
                    <a:pt x="135495" y="517707"/>
                    <a:pt x="132896" y="509624"/>
                    <a:pt x="130819" y="501400"/>
                  </a:cubicBezTo>
                  <a:cubicBezTo>
                    <a:pt x="119570" y="498291"/>
                    <a:pt x="108746" y="493807"/>
                    <a:pt x="98593" y="488049"/>
                  </a:cubicBezTo>
                  <a:cubicBezTo>
                    <a:pt x="91306" y="492395"/>
                    <a:pt x="83751" y="496275"/>
                    <a:pt x="75973" y="499666"/>
                  </a:cubicBezTo>
                  <a:cubicBezTo>
                    <a:pt x="73136" y="500863"/>
                    <a:pt x="69877" y="500466"/>
                    <a:pt x="67410" y="498622"/>
                  </a:cubicBezTo>
                  <a:cubicBezTo>
                    <a:pt x="54758" y="489131"/>
                    <a:pt x="43511" y="477900"/>
                    <a:pt x="34003" y="465261"/>
                  </a:cubicBezTo>
                  <a:cubicBezTo>
                    <a:pt x="32159" y="462794"/>
                    <a:pt x="31762" y="459535"/>
                    <a:pt x="32959" y="456698"/>
                  </a:cubicBezTo>
                  <a:cubicBezTo>
                    <a:pt x="36345" y="448911"/>
                    <a:pt x="40220" y="441345"/>
                    <a:pt x="44560" y="434047"/>
                  </a:cubicBezTo>
                  <a:cubicBezTo>
                    <a:pt x="38806" y="423893"/>
                    <a:pt x="34322" y="413070"/>
                    <a:pt x="31210" y="401821"/>
                  </a:cubicBezTo>
                  <a:cubicBezTo>
                    <a:pt x="22975" y="399741"/>
                    <a:pt x="14881" y="397137"/>
                    <a:pt x="6979" y="394025"/>
                  </a:cubicBezTo>
                  <a:cubicBezTo>
                    <a:pt x="4121" y="392871"/>
                    <a:pt x="2097" y="390279"/>
                    <a:pt x="1669" y="387227"/>
                  </a:cubicBezTo>
                  <a:cubicBezTo>
                    <a:pt x="-556" y="371571"/>
                    <a:pt x="-556" y="355679"/>
                    <a:pt x="1669" y="340023"/>
                  </a:cubicBezTo>
                  <a:cubicBezTo>
                    <a:pt x="2108" y="336975"/>
                    <a:pt x="4137" y="334390"/>
                    <a:pt x="6994" y="333240"/>
                  </a:cubicBezTo>
                  <a:cubicBezTo>
                    <a:pt x="14885" y="330129"/>
                    <a:pt x="22968" y="327530"/>
                    <a:pt x="31194" y="325460"/>
                  </a:cubicBezTo>
                  <a:cubicBezTo>
                    <a:pt x="34304" y="314210"/>
                    <a:pt x="38788" y="303386"/>
                    <a:pt x="44545" y="293234"/>
                  </a:cubicBezTo>
                  <a:cubicBezTo>
                    <a:pt x="40190" y="285946"/>
                    <a:pt x="36309" y="278386"/>
                    <a:pt x="32928" y="270599"/>
                  </a:cubicBezTo>
                  <a:cubicBezTo>
                    <a:pt x="31724" y="267762"/>
                    <a:pt x="32122" y="264500"/>
                    <a:pt x="33972" y="262036"/>
                  </a:cubicBezTo>
                  <a:cubicBezTo>
                    <a:pt x="35061" y="260593"/>
                    <a:pt x="36182" y="259151"/>
                    <a:pt x="37317" y="257739"/>
                  </a:cubicBezTo>
                  <a:cubicBezTo>
                    <a:pt x="40284" y="253997"/>
                    <a:pt x="45722" y="253368"/>
                    <a:pt x="49463" y="256335"/>
                  </a:cubicBezTo>
                  <a:cubicBezTo>
                    <a:pt x="53205" y="259301"/>
                    <a:pt x="53834" y="264739"/>
                    <a:pt x="50868" y="268481"/>
                  </a:cubicBezTo>
                  <a:cubicBezTo>
                    <a:pt x="54196" y="275426"/>
                    <a:pt x="57894" y="282188"/>
                    <a:pt x="61947" y="288737"/>
                  </a:cubicBezTo>
                  <a:cubicBezTo>
                    <a:pt x="63649" y="291510"/>
                    <a:pt x="63649" y="295003"/>
                    <a:pt x="61947" y="297776"/>
                  </a:cubicBezTo>
                  <a:cubicBezTo>
                    <a:pt x="54886" y="309148"/>
                    <a:pt x="49704" y="321584"/>
                    <a:pt x="46601" y="334606"/>
                  </a:cubicBezTo>
                  <a:cubicBezTo>
                    <a:pt x="45851" y="337781"/>
                    <a:pt x="43375" y="340262"/>
                    <a:pt x="40202" y="341021"/>
                  </a:cubicBezTo>
                  <a:cubicBezTo>
                    <a:pt x="32708" y="342773"/>
                    <a:pt x="25316" y="344935"/>
                    <a:pt x="18058" y="347497"/>
                  </a:cubicBezTo>
                  <a:cubicBezTo>
                    <a:pt x="16900" y="358248"/>
                    <a:pt x="16900" y="369094"/>
                    <a:pt x="18058" y="379846"/>
                  </a:cubicBezTo>
                  <a:cubicBezTo>
                    <a:pt x="25322" y="382404"/>
                    <a:pt x="32719" y="384566"/>
                    <a:pt x="40218" y="386322"/>
                  </a:cubicBezTo>
                  <a:cubicBezTo>
                    <a:pt x="43391" y="387080"/>
                    <a:pt x="45866" y="389561"/>
                    <a:pt x="46617" y="392736"/>
                  </a:cubicBezTo>
                  <a:cubicBezTo>
                    <a:pt x="49719" y="405758"/>
                    <a:pt x="54901" y="418194"/>
                    <a:pt x="61963" y="429566"/>
                  </a:cubicBezTo>
                  <a:cubicBezTo>
                    <a:pt x="63664" y="432339"/>
                    <a:pt x="63664" y="435832"/>
                    <a:pt x="61963" y="438605"/>
                  </a:cubicBezTo>
                  <a:cubicBezTo>
                    <a:pt x="57908" y="445161"/>
                    <a:pt x="54205" y="451928"/>
                    <a:pt x="50868" y="458877"/>
                  </a:cubicBezTo>
                  <a:cubicBezTo>
                    <a:pt x="57653" y="467302"/>
                    <a:pt x="65330" y="474968"/>
                    <a:pt x="73764" y="481742"/>
                  </a:cubicBezTo>
                  <a:cubicBezTo>
                    <a:pt x="80712" y="478414"/>
                    <a:pt x="87474" y="474710"/>
                    <a:pt x="94020" y="470647"/>
                  </a:cubicBezTo>
                  <a:cubicBezTo>
                    <a:pt x="96793" y="468945"/>
                    <a:pt x="100286" y="468945"/>
                    <a:pt x="103059" y="470647"/>
                  </a:cubicBezTo>
                  <a:cubicBezTo>
                    <a:pt x="114432" y="477688"/>
                    <a:pt x="126870" y="482844"/>
                    <a:pt x="139889" y="485916"/>
                  </a:cubicBezTo>
                  <a:cubicBezTo>
                    <a:pt x="143058" y="486668"/>
                    <a:pt x="145537" y="489135"/>
                    <a:pt x="146303" y="492300"/>
                  </a:cubicBezTo>
                  <a:cubicBezTo>
                    <a:pt x="148052" y="499800"/>
                    <a:pt x="150213" y="507198"/>
                    <a:pt x="152779" y="514459"/>
                  </a:cubicBezTo>
                  <a:cubicBezTo>
                    <a:pt x="163526" y="515618"/>
                    <a:pt x="174366" y="515618"/>
                    <a:pt x="185113" y="514459"/>
                  </a:cubicBezTo>
                  <a:cubicBezTo>
                    <a:pt x="187684" y="507193"/>
                    <a:pt x="189851" y="499790"/>
                    <a:pt x="191604" y="492285"/>
                  </a:cubicBezTo>
                  <a:cubicBezTo>
                    <a:pt x="192371" y="489119"/>
                    <a:pt x="194850" y="486652"/>
                    <a:pt x="198019" y="485901"/>
                  </a:cubicBezTo>
                  <a:cubicBezTo>
                    <a:pt x="211038" y="482829"/>
                    <a:pt x="223475" y="477673"/>
                    <a:pt x="234849" y="470632"/>
                  </a:cubicBezTo>
                  <a:cubicBezTo>
                    <a:pt x="237623" y="468937"/>
                    <a:pt x="241113" y="468937"/>
                    <a:pt x="243888" y="470632"/>
                  </a:cubicBezTo>
                  <a:cubicBezTo>
                    <a:pt x="250447" y="474694"/>
                    <a:pt x="257219" y="478403"/>
                    <a:pt x="264175" y="481742"/>
                  </a:cubicBezTo>
                  <a:cubicBezTo>
                    <a:pt x="272588" y="474948"/>
                    <a:pt x="280248" y="467272"/>
                    <a:pt x="287025" y="458846"/>
                  </a:cubicBezTo>
                  <a:cubicBezTo>
                    <a:pt x="283697" y="451897"/>
                    <a:pt x="279993" y="445135"/>
                    <a:pt x="275930" y="438589"/>
                  </a:cubicBezTo>
                  <a:cubicBezTo>
                    <a:pt x="274228" y="435817"/>
                    <a:pt x="274228" y="432323"/>
                    <a:pt x="275930" y="429551"/>
                  </a:cubicBezTo>
                  <a:cubicBezTo>
                    <a:pt x="282962" y="418172"/>
                    <a:pt x="288118" y="405737"/>
                    <a:pt x="291199" y="392721"/>
                  </a:cubicBezTo>
                  <a:cubicBezTo>
                    <a:pt x="291950" y="389546"/>
                    <a:pt x="294425" y="387065"/>
                    <a:pt x="297598" y="386306"/>
                  </a:cubicBezTo>
                  <a:cubicBezTo>
                    <a:pt x="305107" y="384576"/>
                    <a:pt x="312515" y="382435"/>
                    <a:pt x="319788" y="379892"/>
                  </a:cubicBezTo>
                  <a:cubicBezTo>
                    <a:pt x="320954" y="369140"/>
                    <a:pt x="320954" y="358294"/>
                    <a:pt x="319788" y="347543"/>
                  </a:cubicBezTo>
                  <a:cubicBezTo>
                    <a:pt x="312526" y="344979"/>
                    <a:pt x="305128" y="342817"/>
                    <a:pt x="297629" y="341067"/>
                  </a:cubicBezTo>
                  <a:cubicBezTo>
                    <a:pt x="294456" y="340308"/>
                    <a:pt x="291980" y="337827"/>
                    <a:pt x="291229" y="334652"/>
                  </a:cubicBezTo>
                  <a:cubicBezTo>
                    <a:pt x="289202" y="325977"/>
                    <a:pt x="286249" y="317544"/>
                    <a:pt x="282421" y="309500"/>
                  </a:cubicBezTo>
                  <a:lnTo>
                    <a:pt x="269853" y="322068"/>
                  </a:lnTo>
                  <a:cubicBezTo>
                    <a:pt x="273749" y="331111"/>
                    <a:pt x="276273" y="340685"/>
                    <a:pt x="277342" y="350474"/>
                  </a:cubicBezTo>
                  <a:cubicBezTo>
                    <a:pt x="280186" y="375507"/>
                    <a:pt x="271371" y="400458"/>
                    <a:pt x="253433" y="418149"/>
                  </a:cubicBezTo>
                  <a:cubicBezTo>
                    <a:pt x="250064" y="421539"/>
                    <a:pt x="244585" y="421556"/>
                    <a:pt x="241194" y="418187"/>
                  </a:cubicBezTo>
                  <a:cubicBezTo>
                    <a:pt x="237804" y="414818"/>
                    <a:pt x="237787" y="409339"/>
                    <a:pt x="241156" y="405949"/>
                  </a:cubicBezTo>
                  <a:cubicBezTo>
                    <a:pt x="255483" y="391967"/>
                    <a:pt x="262488" y="372115"/>
                    <a:pt x="260108" y="352238"/>
                  </a:cubicBezTo>
                  <a:cubicBezTo>
                    <a:pt x="258113" y="333164"/>
                    <a:pt x="248491" y="313720"/>
                    <a:pt x="233683" y="298912"/>
                  </a:cubicBezTo>
                  <a:cubicBezTo>
                    <a:pt x="218874" y="284103"/>
                    <a:pt x="199553" y="274481"/>
                    <a:pt x="180402" y="272471"/>
                  </a:cubicBezTo>
                  <a:cubicBezTo>
                    <a:pt x="160527" y="270085"/>
                    <a:pt x="140675" y="277084"/>
                    <a:pt x="126691" y="291407"/>
                  </a:cubicBezTo>
                  <a:cubicBezTo>
                    <a:pt x="106564" y="311417"/>
                    <a:pt x="98449" y="340541"/>
                    <a:pt x="105330" y="368075"/>
                  </a:cubicBezTo>
                  <a:lnTo>
                    <a:pt x="152902" y="320503"/>
                  </a:lnTo>
                  <a:cubicBezTo>
                    <a:pt x="155081" y="318312"/>
                    <a:pt x="158267" y="317457"/>
                    <a:pt x="161250" y="318263"/>
                  </a:cubicBezTo>
                  <a:lnTo>
                    <a:pt x="198357" y="328207"/>
                  </a:lnTo>
                  <a:cubicBezTo>
                    <a:pt x="201358" y="328999"/>
                    <a:pt x="203703" y="331343"/>
                    <a:pt x="204495" y="334345"/>
                  </a:cubicBezTo>
                  <a:lnTo>
                    <a:pt x="214439" y="371436"/>
                  </a:lnTo>
                  <a:cubicBezTo>
                    <a:pt x="215235" y="374419"/>
                    <a:pt x="214381" y="377600"/>
                    <a:pt x="212198" y="379784"/>
                  </a:cubicBezTo>
                  <a:lnTo>
                    <a:pt x="164626" y="427356"/>
                  </a:lnTo>
                  <a:cubicBezTo>
                    <a:pt x="180849" y="431313"/>
                    <a:pt x="197895" y="430210"/>
                    <a:pt x="213472" y="424195"/>
                  </a:cubicBezTo>
                  <a:cubicBezTo>
                    <a:pt x="217913" y="422462"/>
                    <a:pt x="222918" y="424657"/>
                    <a:pt x="224652" y="429098"/>
                  </a:cubicBezTo>
                  <a:cubicBezTo>
                    <a:pt x="226385" y="433539"/>
                    <a:pt x="224190" y="438544"/>
                    <a:pt x="219749" y="440277"/>
                  </a:cubicBezTo>
                  <a:cubicBezTo>
                    <a:pt x="195707" y="449559"/>
                    <a:pt x="168997" y="449119"/>
                    <a:pt x="145275" y="439050"/>
                  </a:cubicBezTo>
                  <a:cubicBezTo>
                    <a:pt x="142636" y="437927"/>
                    <a:pt x="140730" y="435561"/>
                    <a:pt x="140196" y="432743"/>
                  </a:cubicBezTo>
                  <a:cubicBezTo>
                    <a:pt x="139683" y="429953"/>
                    <a:pt x="140566" y="427088"/>
                    <a:pt x="142559" y="425070"/>
                  </a:cubicBezTo>
                  <a:lnTo>
                    <a:pt x="162278" y="405366"/>
                  </a:lnTo>
                  <a:lnTo>
                    <a:pt x="139628" y="399227"/>
                  </a:lnTo>
                  <a:cubicBezTo>
                    <a:pt x="136626" y="398435"/>
                    <a:pt x="134282" y="396091"/>
                    <a:pt x="133490" y="393089"/>
                  </a:cubicBezTo>
                  <a:lnTo>
                    <a:pt x="127351" y="370439"/>
                  </a:lnTo>
                  <a:lnTo>
                    <a:pt x="107647" y="390143"/>
                  </a:lnTo>
                  <a:cubicBezTo>
                    <a:pt x="104285" y="393517"/>
                    <a:pt x="98825" y="393527"/>
                    <a:pt x="95451" y="390165"/>
                  </a:cubicBezTo>
                  <a:cubicBezTo>
                    <a:pt x="94667" y="389384"/>
                    <a:pt x="94040" y="388460"/>
                    <a:pt x="93606" y="387442"/>
                  </a:cubicBezTo>
                  <a:cubicBezTo>
                    <a:pt x="77647" y="350537"/>
                    <a:pt x="85909" y="307625"/>
                    <a:pt x="114430" y="279284"/>
                  </a:cubicBezTo>
                  <a:cubicBezTo>
                    <a:pt x="132121" y="261346"/>
                    <a:pt x="157072" y="252531"/>
                    <a:pt x="182105" y="255375"/>
                  </a:cubicBezTo>
                  <a:cubicBezTo>
                    <a:pt x="191893" y="256446"/>
                    <a:pt x="201467" y="258970"/>
                    <a:pt x="210510" y="262864"/>
                  </a:cubicBezTo>
                  <a:lnTo>
                    <a:pt x="223079" y="250296"/>
                  </a:lnTo>
                  <a:cubicBezTo>
                    <a:pt x="215068" y="246440"/>
                    <a:pt x="206667" y="243456"/>
                    <a:pt x="198019" y="241395"/>
                  </a:cubicBezTo>
                  <a:cubicBezTo>
                    <a:pt x="194850" y="240644"/>
                    <a:pt x="192371" y="238177"/>
                    <a:pt x="191604" y="235012"/>
                  </a:cubicBezTo>
                  <a:cubicBezTo>
                    <a:pt x="189856" y="227511"/>
                    <a:pt x="187694" y="220113"/>
                    <a:pt x="185128" y="212852"/>
                  </a:cubicBezTo>
                  <a:cubicBezTo>
                    <a:pt x="174376" y="211694"/>
                    <a:pt x="163531" y="211694"/>
                    <a:pt x="152779" y="212852"/>
                  </a:cubicBezTo>
                  <a:cubicBezTo>
                    <a:pt x="150214" y="220119"/>
                    <a:pt x="148052" y="227522"/>
                    <a:pt x="146303" y="235027"/>
                  </a:cubicBezTo>
                  <a:cubicBezTo>
                    <a:pt x="145537" y="238192"/>
                    <a:pt x="143058" y="240659"/>
                    <a:pt x="139889" y="241411"/>
                  </a:cubicBezTo>
                  <a:cubicBezTo>
                    <a:pt x="126870" y="244482"/>
                    <a:pt x="114432" y="249639"/>
                    <a:pt x="103059" y="256680"/>
                  </a:cubicBezTo>
                  <a:cubicBezTo>
                    <a:pt x="100286" y="258382"/>
                    <a:pt x="96793" y="258382"/>
                    <a:pt x="94020" y="256680"/>
                  </a:cubicBezTo>
                  <a:cubicBezTo>
                    <a:pt x="87459" y="252611"/>
                    <a:pt x="80682" y="248902"/>
                    <a:pt x="73718" y="245569"/>
                  </a:cubicBezTo>
                  <a:cubicBezTo>
                    <a:pt x="69976" y="248536"/>
                    <a:pt x="64538" y="247907"/>
                    <a:pt x="61571" y="244165"/>
                  </a:cubicBezTo>
                  <a:cubicBezTo>
                    <a:pt x="58605" y="240423"/>
                    <a:pt x="59234" y="234985"/>
                    <a:pt x="62976" y="232019"/>
                  </a:cubicBezTo>
                  <a:cubicBezTo>
                    <a:pt x="64403" y="230883"/>
                    <a:pt x="65845" y="229748"/>
                    <a:pt x="67288" y="228674"/>
                  </a:cubicBezTo>
                  <a:cubicBezTo>
                    <a:pt x="69754" y="226830"/>
                    <a:pt x="73014" y="226433"/>
                    <a:pt x="75851" y="227630"/>
                  </a:cubicBezTo>
                  <a:cubicBezTo>
                    <a:pt x="83639" y="231026"/>
                    <a:pt x="91204" y="234911"/>
                    <a:pt x="98501" y="239262"/>
                  </a:cubicBezTo>
                  <a:cubicBezTo>
                    <a:pt x="108651" y="233499"/>
                    <a:pt x="119475" y="229014"/>
                    <a:pt x="130727" y="225911"/>
                  </a:cubicBezTo>
                  <a:cubicBezTo>
                    <a:pt x="132807" y="217677"/>
                    <a:pt x="135411" y="209583"/>
                    <a:pt x="138523" y="201680"/>
                  </a:cubicBezTo>
                  <a:cubicBezTo>
                    <a:pt x="139675" y="198827"/>
                    <a:pt x="142260" y="196804"/>
                    <a:pt x="145306" y="196371"/>
                  </a:cubicBezTo>
                  <a:cubicBezTo>
                    <a:pt x="160967" y="194146"/>
                    <a:pt x="176864" y="194146"/>
                    <a:pt x="192525" y="196371"/>
                  </a:cubicBezTo>
                  <a:cubicBezTo>
                    <a:pt x="195571" y="196816"/>
                    <a:pt x="198153" y="198843"/>
                    <a:pt x="199308" y="201696"/>
                  </a:cubicBezTo>
                  <a:cubicBezTo>
                    <a:pt x="202469" y="209588"/>
                    <a:pt x="205114" y="217677"/>
                    <a:pt x="207226" y="225911"/>
                  </a:cubicBezTo>
                  <a:cubicBezTo>
                    <a:pt x="217225" y="228675"/>
                    <a:pt x="226890" y="232530"/>
                    <a:pt x="236046" y="237406"/>
                  </a:cubicBezTo>
                  <a:lnTo>
                    <a:pt x="296370" y="177081"/>
                  </a:lnTo>
                  <a:cubicBezTo>
                    <a:pt x="299760" y="173691"/>
                    <a:pt x="305257" y="173691"/>
                    <a:pt x="308647" y="177081"/>
                  </a:cubicBezTo>
                  <a:cubicBezTo>
                    <a:pt x="312037" y="180471"/>
                    <a:pt x="312037" y="185968"/>
                    <a:pt x="308647" y="189358"/>
                  </a:cubicBezTo>
                  <a:lnTo>
                    <a:pt x="226700" y="271289"/>
                  </a:lnTo>
                  <a:cubicBezTo>
                    <a:pt x="240738" y="280191"/>
                    <a:pt x="252633" y="292087"/>
                    <a:pt x="261535" y="306124"/>
                  </a:cubicBezTo>
                  <a:lnTo>
                    <a:pt x="391653" y="175792"/>
                  </a:lnTo>
                  <a:cubicBezTo>
                    <a:pt x="377615" y="166890"/>
                    <a:pt x="365720" y="154994"/>
                    <a:pt x="356818" y="140957"/>
                  </a:cubicBezTo>
                  <a:lnTo>
                    <a:pt x="333799" y="163976"/>
                  </a:lnTo>
                  <a:cubicBezTo>
                    <a:pt x="330409" y="167366"/>
                    <a:pt x="324912" y="167366"/>
                    <a:pt x="321522" y="163976"/>
                  </a:cubicBezTo>
                  <a:cubicBezTo>
                    <a:pt x="318132" y="160586"/>
                    <a:pt x="318132" y="155089"/>
                    <a:pt x="321522" y="151699"/>
                  </a:cubicBezTo>
                  <a:lnTo>
                    <a:pt x="348055" y="125166"/>
                  </a:lnTo>
                  <a:lnTo>
                    <a:pt x="348285" y="124951"/>
                  </a:lnTo>
                  <a:cubicBezTo>
                    <a:pt x="344393" y="115902"/>
                    <a:pt x="341869" y="106323"/>
                    <a:pt x="340797" y="96531"/>
                  </a:cubicBezTo>
                  <a:cubicBezTo>
                    <a:pt x="337952" y="71498"/>
                    <a:pt x="346767" y="46546"/>
                    <a:pt x="364705" y="28855"/>
                  </a:cubicBezTo>
                  <a:cubicBezTo>
                    <a:pt x="393048" y="338"/>
                    <a:pt x="435958" y="-7923"/>
                    <a:pt x="472863" y="8031"/>
                  </a:cubicBezTo>
                  <a:cubicBezTo>
                    <a:pt x="477291" y="9808"/>
                    <a:pt x="479440" y="14839"/>
                    <a:pt x="477663" y="19267"/>
                  </a:cubicBezTo>
                  <a:cubicBezTo>
                    <a:pt x="477233" y="20339"/>
                    <a:pt x="476592" y="21314"/>
                    <a:pt x="475779" y="22134"/>
                  </a:cubicBezTo>
                  <a:lnTo>
                    <a:pt x="421777" y="76044"/>
                  </a:lnTo>
                  <a:lnTo>
                    <a:pt x="429143" y="103528"/>
                  </a:lnTo>
                  <a:lnTo>
                    <a:pt x="456612" y="110879"/>
                  </a:lnTo>
                  <a:lnTo>
                    <a:pt x="464975" y="102516"/>
                  </a:lnTo>
                  <a:cubicBezTo>
                    <a:pt x="468365" y="99125"/>
                    <a:pt x="473862" y="99125"/>
                    <a:pt x="477252" y="102516"/>
                  </a:cubicBezTo>
                  <a:cubicBezTo>
                    <a:pt x="480642" y="105906"/>
                    <a:pt x="480642" y="111402"/>
                    <a:pt x="477252" y="114792"/>
                  </a:cubicBezTo>
                  <a:lnTo>
                    <a:pt x="465282" y="126685"/>
                  </a:lnTo>
                  <a:cubicBezTo>
                    <a:pt x="463108" y="128873"/>
                    <a:pt x="459928" y="129729"/>
                    <a:pt x="456949" y="128926"/>
                  </a:cubicBezTo>
                  <a:lnTo>
                    <a:pt x="419843" y="118982"/>
                  </a:lnTo>
                  <a:cubicBezTo>
                    <a:pt x="416845" y="118184"/>
                    <a:pt x="414503" y="115842"/>
                    <a:pt x="413705" y="112843"/>
                  </a:cubicBezTo>
                  <a:lnTo>
                    <a:pt x="403761" y="75752"/>
                  </a:lnTo>
                  <a:cubicBezTo>
                    <a:pt x="402971" y="72772"/>
                    <a:pt x="403817" y="69596"/>
                    <a:pt x="405986" y="67404"/>
                  </a:cubicBezTo>
                  <a:lnTo>
                    <a:pt x="453558" y="19832"/>
                  </a:lnTo>
                  <a:cubicBezTo>
                    <a:pt x="426030" y="12967"/>
                    <a:pt x="396921" y="21087"/>
                    <a:pt x="376921" y="41209"/>
                  </a:cubicBezTo>
                  <a:cubicBezTo>
                    <a:pt x="362612" y="55201"/>
                    <a:pt x="355615" y="75047"/>
                    <a:pt x="357984" y="94919"/>
                  </a:cubicBezTo>
                  <a:cubicBezTo>
                    <a:pt x="359964" y="113994"/>
                    <a:pt x="369601" y="133437"/>
                    <a:pt x="384409" y="148246"/>
                  </a:cubicBezTo>
                  <a:cubicBezTo>
                    <a:pt x="399218" y="163055"/>
                    <a:pt x="418661" y="172692"/>
                    <a:pt x="437736" y="174672"/>
                  </a:cubicBezTo>
                  <a:cubicBezTo>
                    <a:pt x="457613" y="177051"/>
                    <a:pt x="477465" y="170046"/>
                    <a:pt x="491447" y="155720"/>
                  </a:cubicBezTo>
                  <a:cubicBezTo>
                    <a:pt x="511569" y="135726"/>
                    <a:pt x="519689" y="106621"/>
                    <a:pt x="512823" y="79098"/>
                  </a:cubicBezTo>
                  <a:lnTo>
                    <a:pt x="502404" y="89518"/>
                  </a:lnTo>
                  <a:cubicBezTo>
                    <a:pt x="499014" y="92908"/>
                    <a:pt x="493517" y="92908"/>
                    <a:pt x="490127" y="89518"/>
                  </a:cubicBezTo>
                  <a:cubicBezTo>
                    <a:pt x="486737" y="86128"/>
                    <a:pt x="486737" y="80631"/>
                    <a:pt x="490127" y="77241"/>
                  </a:cubicBezTo>
                  <a:lnTo>
                    <a:pt x="510353" y="57015"/>
                  </a:lnTo>
                  <a:cubicBezTo>
                    <a:pt x="513715" y="53641"/>
                    <a:pt x="519175" y="53631"/>
                    <a:pt x="522549" y="56993"/>
                  </a:cubicBezTo>
                  <a:cubicBezTo>
                    <a:pt x="523333" y="57774"/>
                    <a:pt x="523960" y="58698"/>
                    <a:pt x="524394" y="59716"/>
                  </a:cubicBezTo>
                  <a:cubicBezTo>
                    <a:pt x="540349" y="96621"/>
                    <a:pt x="532087" y="139531"/>
                    <a:pt x="503570" y="167873"/>
                  </a:cubicBezTo>
                  <a:cubicBezTo>
                    <a:pt x="485879" y="185812"/>
                    <a:pt x="460928" y="194627"/>
                    <a:pt x="435895" y="191782"/>
                  </a:cubicBezTo>
                  <a:cubicBezTo>
                    <a:pt x="426107" y="190712"/>
                    <a:pt x="416533" y="188188"/>
                    <a:pt x="407490" y="184294"/>
                  </a:cubicBezTo>
                  <a:lnTo>
                    <a:pt x="328044" y="263739"/>
                  </a:lnTo>
                  <a:lnTo>
                    <a:pt x="522645" y="288891"/>
                  </a:lnTo>
                  <a:cubicBezTo>
                    <a:pt x="563958" y="293743"/>
                    <a:pt x="593515" y="331166"/>
                    <a:pt x="588663" y="372479"/>
                  </a:cubicBezTo>
                  <a:cubicBezTo>
                    <a:pt x="584596" y="407116"/>
                    <a:pt x="557281" y="434430"/>
                    <a:pt x="522645" y="438497"/>
                  </a:cubicBezTo>
                  <a:lnTo>
                    <a:pt x="404083" y="453843"/>
                  </a:lnTo>
                  <a:cubicBezTo>
                    <a:pt x="399341" y="454386"/>
                    <a:pt x="395057" y="450981"/>
                    <a:pt x="394515" y="446239"/>
                  </a:cubicBezTo>
                  <a:cubicBezTo>
                    <a:pt x="393972" y="441497"/>
                    <a:pt x="397377" y="437214"/>
                    <a:pt x="402119" y="436671"/>
                  </a:cubicBezTo>
                  <a:lnTo>
                    <a:pt x="473998" y="427387"/>
                  </a:lnTo>
                  <a:cubicBezTo>
                    <a:pt x="438826" y="405307"/>
                    <a:pt x="428213" y="358894"/>
                    <a:pt x="450293" y="323722"/>
                  </a:cubicBezTo>
                  <a:cubicBezTo>
                    <a:pt x="456311" y="314137"/>
                    <a:pt x="464414" y="306034"/>
                    <a:pt x="473998" y="300017"/>
                  </a:cubicBezTo>
                  <a:lnTo>
                    <a:pt x="312867" y="279177"/>
                  </a:lnTo>
                  <a:lnTo>
                    <a:pt x="295327" y="296717"/>
                  </a:lnTo>
                  <a:cubicBezTo>
                    <a:pt x="300191" y="305882"/>
                    <a:pt x="304041" y="315551"/>
                    <a:pt x="306806" y="325552"/>
                  </a:cubicBezTo>
                  <a:cubicBezTo>
                    <a:pt x="315040" y="327627"/>
                    <a:pt x="323133" y="330226"/>
                    <a:pt x="331037" y="333332"/>
                  </a:cubicBezTo>
                  <a:cubicBezTo>
                    <a:pt x="333902" y="334480"/>
                    <a:pt x="335934" y="337074"/>
                    <a:pt x="336362" y="340131"/>
                  </a:cubicBezTo>
                  <a:cubicBezTo>
                    <a:pt x="338579" y="355787"/>
                    <a:pt x="338579" y="371678"/>
                    <a:pt x="336362" y="387334"/>
                  </a:cubicBezTo>
                  <a:cubicBezTo>
                    <a:pt x="335934" y="390391"/>
                    <a:pt x="333902" y="392985"/>
                    <a:pt x="331037" y="394133"/>
                  </a:cubicBezTo>
                  <a:cubicBezTo>
                    <a:pt x="323142" y="397233"/>
                    <a:pt x="315059" y="399831"/>
                    <a:pt x="306836" y="401913"/>
                  </a:cubicBezTo>
                  <a:cubicBezTo>
                    <a:pt x="303731" y="413164"/>
                    <a:pt x="299247" y="423988"/>
                    <a:pt x="293485" y="434139"/>
                  </a:cubicBezTo>
                  <a:cubicBezTo>
                    <a:pt x="296698" y="439582"/>
                    <a:pt x="299501" y="444774"/>
                    <a:pt x="301895" y="449715"/>
                  </a:cubicBezTo>
                  <a:lnTo>
                    <a:pt x="365611" y="441474"/>
                  </a:lnTo>
                  <a:cubicBezTo>
                    <a:pt x="370362" y="441037"/>
                    <a:pt x="374569" y="444534"/>
                    <a:pt x="375007" y="449285"/>
                  </a:cubicBezTo>
                  <a:cubicBezTo>
                    <a:pt x="375422" y="453793"/>
                    <a:pt x="372287" y="457858"/>
                    <a:pt x="367821" y="458600"/>
                  </a:cubicBezTo>
                  <a:lnTo>
                    <a:pt x="302785" y="467010"/>
                  </a:lnTo>
                  <a:cubicBezTo>
                    <a:pt x="293560" y="478975"/>
                    <a:pt x="282767" y="489644"/>
                    <a:pt x="270697" y="498730"/>
                  </a:cubicBezTo>
                  <a:cubicBezTo>
                    <a:pt x="268236" y="500575"/>
                    <a:pt x="264977" y="500967"/>
                    <a:pt x="262149" y="499758"/>
                  </a:cubicBezTo>
                  <a:cubicBezTo>
                    <a:pt x="254339" y="496349"/>
                    <a:pt x="246758" y="492438"/>
                    <a:pt x="239453" y="488049"/>
                  </a:cubicBezTo>
                  <a:cubicBezTo>
                    <a:pt x="229301" y="493809"/>
                    <a:pt x="218477" y="498293"/>
                    <a:pt x="207226" y="501400"/>
                  </a:cubicBezTo>
                  <a:cubicBezTo>
                    <a:pt x="205136" y="509650"/>
                    <a:pt x="202522" y="517759"/>
                    <a:pt x="199400" y="525677"/>
                  </a:cubicBezTo>
                  <a:cubicBezTo>
                    <a:pt x="198245" y="528535"/>
                    <a:pt x="195654" y="530559"/>
                    <a:pt x="192602" y="530987"/>
                  </a:cubicBezTo>
                  <a:cubicBezTo>
                    <a:pt x="184824" y="532091"/>
                    <a:pt x="176978" y="532645"/>
                    <a:pt x="169123" y="532644"/>
                  </a:cubicBezTo>
                  <a:close/>
                  <a:moveTo>
                    <a:pt x="148897" y="383743"/>
                  </a:moveTo>
                  <a:lnTo>
                    <a:pt x="176366" y="391109"/>
                  </a:lnTo>
                  <a:lnTo>
                    <a:pt x="196484" y="371006"/>
                  </a:lnTo>
                  <a:lnTo>
                    <a:pt x="189118" y="343537"/>
                  </a:lnTo>
                  <a:lnTo>
                    <a:pt x="161649" y="336187"/>
                  </a:lnTo>
                  <a:lnTo>
                    <a:pt x="141531" y="356290"/>
                  </a:lnTo>
                  <a:close/>
                  <a:moveTo>
                    <a:pt x="514020" y="394486"/>
                  </a:moveTo>
                  <a:cubicBezTo>
                    <a:pt x="496977" y="394511"/>
                    <a:pt x="483139" y="380715"/>
                    <a:pt x="483114" y="363671"/>
                  </a:cubicBezTo>
                  <a:cubicBezTo>
                    <a:pt x="483089" y="346627"/>
                    <a:pt x="496885" y="332790"/>
                    <a:pt x="513928" y="332765"/>
                  </a:cubicBezTo>
                  <a:cubicBezTo>
                    <a:pt x="530972" y="332739"/>
                    <a:pt x="544810" y="346535"/>
                    <a:pt x="544835" y="363579"/>
                  </a:cubicBezTo>
                  <a:cubicBezTo>
                    <a:pt x="544835" y="363605"/>
                    <a:pt x="544835" y="363630"/>
                    <a:pt x="544835" y="363656"/>
                  </a:cubicBezTo>
                  <a:cubicBezTo>
                    <a:pt x="544810" y="380689"/>
                    <a:pt x="531008" y="394491"/>
                    <a:pt x="513974" y="394516"/>
                  </a:cubicBezTo>
                  <a:close/>
                  <a:moveTo>
                    <a:pt x="514020" y="349983"/>
                  </a:moveTo>
                  <a:cubicBezTo>
                    <a:pt x="506511" y="349983"/>
                    <a:pt x="500424" y="356070"/>
                    <a:pt x="500424" y="363579"/>
                  </a:cubicBezTo>
                  <a:cubicBezTo>
                    <a:pt x="500424" y="371088"/>
                    <a:pt x="506511" y="377175"/>
                    <a:pt x="514020" y="377175"/>
                  </a:cubicBezTo>
                  <a:cubicBezTo>
                    <a:pt x="521530" y="377175"/>
                    <a:pt x="527617" y="371088"/>
                    <a:pt x="527617" y="363579"/>
                  </a:cubicBezTo>
                  <a:cubicBezTo>
                    <a:pt x="527608" y="356073"/>
                    <a:pt x="521526" y="349991"/>
                    <a:pt x="514020" y="349983"/>
                  </a:cubicBezTo>
                  <a:close/>
                  <a:moveTo>
                    <a:pt x="514020" y="305480"/>
                  </a:moveTo>
                  <a:cubicBezTo>
                    <a:pt x="481958" y="305480"/>
                    <a:pt x="455967" y="331471"/>
                    <a:pt x="455967" y="363533"/>
                  </a:cubicBezTo>
                  <a:cubicBezTo>
                    <a:pt x="455967" y="395595"/>
                    <a:pt x="481959" y="421586"/>
                    <a:pt x="514020" y="421586"/>
                  </a:cubicBezTo>
                  <a:cubicBezTo>
                    <a:pt x="546082" y="421586"/>
                    <a:pt x="572074" y="395595"/>
                    <a:pt x="572074" y="363533"/>
                  </a:cubicBezTo>
                  <a:cubicBezTo>
                    <a:pt x="572040" y="331485"/>
                    <a:pt x="546068" y="305513"/>
                    <a:pt x="514020" y="305480"/>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55" name="Google Shape;355;p8"/>
          <p:cNvGrpSpPr/>
          <p:nvPr/>
        </p:nvGrpSpPr>
        <p:grpSpPr>
          <a:xfrm>
            <a:off x="4939584" y="2502387"/>
            <a:ext cx="541643" cy="836403"/>
            <a:chOff x="1811444" y="4134677"/>
            <a:chExt cx="286226" cy="441989"/>
          </a:xfrm>
        </p:grpSpPr>
        <p:sp>
          <p:nvSpPr>
            <p:cNvPr id="356" name="Google Shape;356;p8"/>
            <p:cNvSpPr/>
            <p:nvPr/>
          </p:nvSpPr>
          <p:spPr>
            <a:xfrm>
              <a:off x="1817929" y="4141151"/>
              <a:ext cx="264623" cy="60470"/>
            </a:xfrm>
            <a:custGeom>
              <a:rect b="b" l="l" r="r" t="t"/>
              <a:pathLst>
                <a:path extrusionOk="0" h="80627" w="352831">
                  <a:moveTo>
                    <a:pt x="347077" y="0"/>
                  </a:moveTo>
                  <a:lnTo>
                    <a:pt x="352832" y="80627"/>
                  </a:lnTo>
                  <a:lnTo>
                    <a:pt x="0" y="74872"/>
                  </a:lnTo>
                  <a:lnTo>
                    <a:pt x="0" y="0"/>
                  </a:lnTo>
                  <a:close/>
                </a:path>
              </a:pathLst>
            </a:custGeom>
            <a:solidFill>
              <a:schemeClr val="accent5"/>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7" name="Google Shape;357;p8"/>
            <p:cNvSpPr/>
            <p:nvPr/>
          </p:nvSpPr>
          <p:spPr>
            <a:xfrm>
              <a:off x="1817929" y="4141151"/>
              <a:ext cx="273255" cy="69056"/>
            </a:xfrm>
            <a:custGeom>
              <a:rect b="b" l="l" r="r" t="t"/>
              <a:pathLst>
                <a:path extrusionOk="0" h="92075" w="364340">
                  <a:moveTo>
                    <a:pt x="347077" y="0"/>
                  </a:moveTo>
                  <a:lnTo>
                    <a:pt x="364341" y="0"/>
                  </a:lnTo>
                  <a:lnTo>
                    <a:pt x="364341" y="92075"/>
                  </a:lnTo>
                  <a:lnTo>
                    <a:pt x="0" y="92075"/>
                  </a:lnTo>
                  <a:lnTo>
                    <a:pt x="0" y="74872"/>
                  </a:lnTo>
                  <a:lnTo>
                    <a:pt x="347077" y="74872"/>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8" name="Google Shape;358;p8"/>
            <p:cNvSpPr/>
            <p:nvPr/>
          </p:nvSpPr>
          <p:spPr>
            <a:xfrm>
              <a:off x="1817929" y="4236149"/>
              <a:ext cx="59687" cy="47004"/>
            </a:xfrm>
            <a:custGeom>
              <a:rect b="b" l="l" r="r" t="t"/>
              <a:pathLst>
                <a:path extrusionOk="0" h="62672" w="79583">
                  <a:moveTo>
                    <a:pt x="73829" y="0"/>
                  </a:moveTo>
                  <a:lnTo>
                    <a:pt x="79584" y="62672"/>
                  </a:lnTo>
                  <a:lnTo>
                    <a:pt x="0" y="56918"/>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9" name="Google Shape;359;p8"/>
            <p:cNvSpPr/>
            <p:nvPr/>
          </p:nvSpPr>
          <p:spPr>
            <a:xfrm>
              <a:off x="1817942" y="4236149"/>
              <a:ext cx="76951" cy="64303"/>
            </a:xfrm>
            <a:custGeom>
              <a:rect b="b" l="l" r="r" t="t"/>
              <a:pathLst>
                <a:path extrusionOk="0" h="85737" w="102602">
                  <a:moveTo>
                    <a:pt x="73814" y="0"/>
                  </a:moveTo>
                  <a:lnTo>
                    <a:pt x="91093" y="0"/>
                  </a:lnTo>
                  <a:lnTo>
                    <a:pt x="102602" y="85737"/>
                  </a:lnTo>
                  <a:lnTo>
                    <a:pt x="0" y="74228"/>
                  </a:lnTo>
                  <a:lnTo>
                    <a:pt x="0" y="56964"/>
                  </a:lnTo>
                  <a:lnTo>
                    <a:pt x="73829"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0" name="Google Shape;360;p8"/>
            <p:cNvSpPr/>
            <p:nvPr/>
          </p:nvSpPr>
          <p:spPr>
            <a:xfrm>
              <a:off x="1886261" y="4236149"/>
              <a:ext cx="59664" cy="47004"/>
            </a:xfrm>
            <a:custGeom>
              <a:rect b="b" l="l" r="r" t="t"/>
              <a:pathLst>
                <a:path extrusionOk="0" h="62672" w="79552">
                  <a:moveTo>
                    <a:pt x="73798" y="0"/>
                  </a:moveTo>
                  <a:lnTo>
                    <a:pt x="79553" y="62672"/>
                  </a:lnTo>
                  <a:lnTo>
                    <a:pt x="0" y="56964"/>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1" name="Google Shape;361;p8"/>
            <p:cNvSpPr/>
            <p:nvPr/>
          </p:nvSpPr>
          <p:spPr>
            <a:xfrm>
              <a:off x="1886261" y="4236149"/>
              <a:ext cx="76928" cy="64303"/>
            </a:xfrm>
            <a:custGeom>
              <a:rect b="b" l="l" r="r" t="t"/>
              <a:pathLst>
                <a:path extrusionOk="0" h="85737" w="102571">
                  <a:moveTo>
                    <a:pt x="73798" y="0"/>
                  </a:moveTo>
                  <a:lnTo>
                    <a:pt x="91062" y="0"/>
                  </a:lnTo>
                  <a:lnTo>
                    <a:pt x="102572" y="85737"/>
                  </a:lnTo>
                  <a:lnTo>
                    <a:pt x="0" y="74228"/>
                  </a:lnTo>
                  <a:lnTo>
                    <a:pt x="0" y="56964"/>
                  </a:lnTo>
                  <a:lnTo>
                    <a:pt x="73814"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2" name="Google Shape;362;p8"/>
            <p:cNvSpPr/>
            <p:nvPr/>
          </p:nvSpPr>
          <p:spPr>
            <a:xfrm>
              <a:off x="1954558" y="4236149"/>
              <a:ext cx="59687" cy="47004"/>
            </a:xfrm>
            <a:custGeom>
              <a:rect b="b" l="l" r="r" t="t"/>
              <a:pathLst>
                <a:path extrusionOk="0" h="62672" w="79583">
                  <a:moveTo>
                    <a:pt x="73829" y="0"/>
                  </a:moveTo>
                  <a:lnTo>
                    <a:pt x="79584" y="62672"/>
                  </a:lnTo>
                  <a:lnTo>
                    <a:pt x="0" y="56918"/>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3" name="Google Shape;363;p8"/>
            <p:cNvSpPr/>
            <p:nvPr/>
          </p:nvSpPr>
          <p:spPr>
            <a:xfrm>
              <a:off x="1954558" y="4236149"/>
              <a:ext cx="76951" cy="64268"/>
            </a:xfrm>
            <a:custGeom>
              <a:rect b="b" l="l" r="r" t="t"/>
              <a:pathLst>
                <a:path extrusionOk="0" h="85691" w="102602">
                  <a:moveTo>
                    <a:pt x="73829" y="0"/>
                  </a:moveTo>
                  <a:lnTo>
                    <a:pt x="91093" y="0"/>
                  </a:lnTo>
                  <a:lnTo>
                    <a:pt x="102602" y="85691"/>
                  </a:lnTo>
                  <a:lnTo>
                    <a:pt x="0" y="74182"/>
                  </a:lnTo>
                  <a:lnTo>
                    <a:pt x="0" y="56964"/>
                  </a:lnTo>
                  <a:lnTo>
                    <a:pt x="73829"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4" name="Google Shape;364;p8"/>
            <p:cNvSpPr/>
            <p:nvPr/>
          </p:nvSpPr>
          <p:spPr>
            <a:xfrm>
              <a:off x="2022878" y="4236149"/>
              <a:ext cx="59676" cy="47004"/>
            </a:xfrm>
            <a:custGeom>
              <a:rect b="b" l="l" r="r" t="t"/>
              <a:pathLst>
                <a:path extrusionOk="0" h="62672" w="79568">
                  <a:moveTo>
                    <a:pt x="73813" y="0"/>
                  </a:moveTo>
                  <a:lnTo>
                    <a:pt x="79568" y="62672"/>
                  </a:lnTo>
                  <a:lnTo>
                    <a:pt x="0" y="56918"/>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5" name="Google Shape;365;p8"/>
            <p:cNvSpPr/>
            <p:nvPr/>
          </p:nvSpPr>
          <p:spPr>
            <a:xfrm>
              <a:off x="2022878" y="4236149"/>
              <a:ext cx="68308" cy="64268"/>
            </a:xfrm>
            <a:custGeom>
              <a:rect b="b" l="l" r="r" t="t"/>
              <a:pathLst>
                <a:path extrusionOk="0" h="85691" w="91077">
                  <a:moveTo>
                    <a:pt x="73813" y="0"/>
                  </a:moveTo>
                  <a:lnTo>
                    <a:pt x="91078" y="0"/>
                  </a:lnTo>
                  <a:lnTo>
                    <a:pt x="91078" y="74228"/>
                  </a:lnTo>
                  <a:lnTo>
                    <a:pt x="45546" y="85691"/>
                  </a:lnTo>
                  <a:lnTo>
                    <a:pt x="0" y="74182"/>
                  </a:lnTo>
                  <a:lnTo>
                    <a:pt x="0" y="56964"/>
                  </a:lnTo>
                  <a:lnTo>
                    <a:pt x="73813"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6" name="Google Shape;366;p8"/>
            <p:cNvSpPr/>
            <p:nvPr/>
          </p:nvSpPr>
          <p:spPr>
            <a:xfrm>
              <a:off x="1817929" y="4291819"/>
              <a:ext cx="59687" cy="47039"/>
            </a:xfrm>
            <a:custGeom>
              <a:rect b="b" l="l" r="r" t="t"/>
              <a:pathLst>
                <a:path extrusionOk="0" h="62718" w="79583">
                  <a:moveTo>
                    <a:pt x="73829" y="0"/>
                  </a:moveTo>
                  <a:lnTo>
                    <a:pt x="79584" y="62718"/>
                  </a:lnTo>
                  <a:lnTo>
                    <a:pt x="0" y="56964"/>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7" name="Google Shape;367;p8"/>
            <p:cNvSpPr/>
            <p:nvPr/>
          </p:nvSpPr>
          <p:spPr>
            <a:xfrm>
              <a:off x="1817942" y="4291820"/>
              <a:ext cx="76951" cy="64303"/>
            </a:xfrm>
            <a:custGeom>
              <a:rect b="b" l="l" r="r" t="t"/>
              <a:pathLst>
                <a:path extrusionOk="0" h="85737" w="102602">
                  <a:moveTo>
                    <a:pt x="73814" y="0"/>
                  </a:moveTo>
                  <a:lnTo>
                    <a:pt x="91093" y="0"/>
                  </a:lnTo>
                  <a:lnTo>
                    <a:pt x="102602" y="85737"/>
                  </a:lnTo>
                  <a:lnTo>
                    <a:pt x="0" y="74228"/>
                  </a:lnTo>
                  <a:lnTo>
                    <a:pt x="0" y="56964"/>
                  </a:lnTo>
                  <a:lnTo>
                    <a:pt x="73829"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8" name="Google Shape;368;p8"/>
            <p:cNvSpPr/>
            <p:nvPr/>
          </p:nvSpPr>
          <p:spPr>
            <a:xfrm>
              <a:off x="1886261" y="4291819"/>
              <a:ext cx="59664" cy="47039"/>
            </a:xfrm>
            <a:custGeom>
              <a:rect b="b" l="l" r="r" t="t"/>
              <a:pathLst>
                <a:path extrusionOk="0" h="62718" w="79552">
                  <a:moveTo>
                    <a:pt x="73798" y="0"/>
                  </a:moveTo>
                  <a:lnTo>
                    <a:pt x="79553" y="62718"/>
                  </a:lnTo>
                  <a:lnTo>
                    <a:pt x="0" y="56964"/>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9" name="Google Shape;369;p8"/>
            <p:cNvSpPr/>
            <p:nvPr/>
          </p:nvSpPr>
          <p:spPr>
            <a:xfrm>
              <a:off x="1886261" y="4291820"/>
              <a:ext cx="76928" cy="64303"/>
            </a:xfrm>
            <a:custGeom>
              <a:rect b="b" l="l" r="r" t="t"/>
              <a:pathLst>
                <a:path extrusionOk="0" h="85737" w="102571">
                  <a:moveTo>
                    <a:pt x="73798" y="0"/>
                  </a:moveTo>
                  <a:lnTo>
                    <a:pt x="91062" y="0"/>
                  </a:lnTo>
                  <a:lnTo>
                    <a:pt x="102572" y="85737"/>
                  </a:lnTo>
                  <a:lnTo>
                    <a:pt x="0" y="74228"/>
                  </a:lnTo>
                  <a:lnTo>
                    <a:pt x="0" y="56964"/>
                  </a:lnTo>
                  <a:lnTo>
                    <a:pt x="73814"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0" name="Google Shape;370;p8"/>
            <p:cNvSpPr/>
            <p:nvPr/>
          </p:nvSpPr>
          <p:spPr>
            <a:xfrm>
              <a:off x="1954558" y="4291819"/>
              <a:ext cx="59687" cy="47039"/>
            </a:xfrm>
            <a:custGeom>
              <a:rect b="b" l="l" r="r" t="t"/>
              <a:pathLst>
                <a:path extrusionOk="0" h="62718" w="79583">
                  <a:moveTo>
                    <a:pt x="73829" y="0"/>
                  </a:moveTo>
                  <a:lnTo>
                    <a:pt x="79584" y="62718"/>
                  </a:lnTo>
                  <a:lnTo>
                    <a:pt x="0" y="56964"/>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1" name="Google Shape;371;p8"/>
            <p:cNvSpPr/>
            <p:nvPr/>
          </p:nvSpPr>
          <p:spPr>
            <a:xfrm>
              <a:off x="1954558" y="4291820"/>
              <a:ext cx="76951" cy="64303"/>
            </a:xfrm>
            <a:custGeom>
              <a:rect b="b" l="l" r="r" t="t"/>
              <a:pathLst>
                <a:path extrusionOk="0" h="85737" w="102602">
                  <a:moveTo>
                    <a:pt x="73829" y="0"/>
                  </a:moveTo>
                  <a:lnTo>
                    <a:pt x="91093" y="0"/>
                  </a:lnTo>
                  <a:lnTo>
                    <a:pt x="102602" y="85737"/>
                  </a:lnTo>
                  <a:lnTo>
                    <a:pt x="0" y="74228"/>
                  </a:lnTo>
                  <a:lnTo>
                    <a:pt x="0" y="56964"/>
                  </a:lnTo>
                  <a:lnTo>
                    <a:pt x="73829"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2" name="Google Shape;372;p8"/>
            <p:cNvSpPr/>
            <p:nvPr/>
          </p:nvSpPr>
          <p:spPr>
            <a:xfrm>
              <a:off x="2022878" y="4291819"/>
              <a:ext cx="59676" cy="47039"/>
            </a:xfrm>
            <a:custGeom>
              <a:rect b="b" l="l" r="r" t="t"/>
              <a:pathLst>
                <a:path extrusionOk="0" h="62718" w="79568">
                  <a:moveTo>
                    <a:pt x="73813" y="0"/>
                  </a:moveTo>
                  <a:lnTo>
                    <a:pt x="79568" y="62718"/>
                  </a:lnTo>
                  <a:lnTo>
                    <a:pt x="0" y="56964"/>
                  </a:lnTo>
                  <a:lnTo>
                    <a:pt x="0" y="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3" name="Google Shape;373;p8"/>
            <p:cNvSpPr/>
            <p:nvPr/>
          </p:nvSpPr>
          <p:spPr>
            <a:xfrm>
              <a:off x="2022878" y="4291820"/>
              <a:ext cx="68308" cy="64303"/>
            </a:xfrm>
            <a:custGeom>
              <a:rect b="b" l="l" r="r" t="t"/>
              <a:pathLst>
                <a:path extrusionOk="0" h="85737" w="91077">
                  <a:moveTo>
                    <a:pt x="73813" y="0"/>
                  </a:moveTo>
                  <a:lnTo>
                    <a:pt x="91078" y="0"/>
                  </a:lnTo>
                  <a:lnTo>
                    <a:pt x="91078" y="74228"/>
                  </a:lnTo>
                  <a:lnTo>
                    <a:pt x="45546" y="85737"/>
                  </a:lnTo>
                  <a:lnTo>
                    <a:pt x="0" y="74228"/>
                  </a:lnTo>
                  <a:lnTo>
                    <a:pt x="0" y="56964"/>
                  </a:lnTo>
                  <a:lnTo>
                    <a:pt x="73813" y="56964"/>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4" name="Google Shape;374;p8"/>
            <p:cNvSpPr/>
            <p:nvPr/>
          </p:nvSpPr>
          <p:spPr>
            <a:xfrm>
              <a:off x="1817929" y="4347516"/>
              <a:ext cx="59687" cy="47039"/>
            </a:xfrm>
            <a:custGeom>
              <a:rect b="b" l="l" r="r" t="t"/>
              <a:pathLst>
                <a:path extrusionOk="0" h="62718" w="79583">
                  <a:moveTo>
                    <a:pt x="73829" y="0"/>
                  </a:moveTo>
                  <a:lnTo>
                    <a:pt x="79584" y="62718"/>
                  </a:lnTo>
                  <a:lnTo>
                    <a:pt x="0" y="56933"/>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5" name="Google Shape;375;p8"/>
            <p:cNvSpPr/>
            <p:nvPr/>
          </p:nvSpPr>
          <p:spPr>
            <a:xfrm>
              <a:off x="1817942" y="4347491"/>
              <a:ext cx="76951" cy="64303"/>
            </a:xfrm>
            <a:custGeom>
              <a:rect b="b" l="l" r="r" t="t"/>
              <a:pathLst>
                <a:path extrusionOk="0" h="85737" w="102602">
                  <a:moveTo>
                    <a:pt x="73814" y="0"/>
                  </a:moveTo>
                  <a:lnTo>
                    <a:pt x="91093" y="0"/>
                  </a:lnTo>
                  <a:lnTo>
                    <a:pt x="102602" y="85737"/>
                  </a:lnTo>
                  <a:lnTo>
                    <a:pt x="0" y="74228"/>
                  </a:lnTo>
                  <a:lnTo>
                    <a:pt x="0" y="56933"/>
                  </a:lnTo>
                  <a:lnTo>
                    <a:pt x="73829" y="56933"/>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6" name="Google Shape;376;p8"/>
            <p:cNvSpPr/>
            <p:nvPr/>
          </p:nvSpPr>
          <p:spPr>
            <a:xfrm>
              <a:off x="1886261" y="4347516"/>
              <a:ext cx="59664" cy="47039"/>
            </a:xfrm>
            <a:custGeom>
              <a:rect b="b" l="l" r="r" t="t"/>
              <a:pathLst>
                <a:path extrusionOk="0" h="62718" w="79552">
                  <a:moveTo>
                    <a:pt x="73798" y="0"/>
                  </a:moveTo>
                  <a:lnTo>
                    <a:pt x="79553" y="62718"/>
                  </a:lnTo>
                  <a:lnTo>
                    <a:pt x="0" y="56933"/>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7" name="Google Shape;377;p8"/>
            <p:cNvSpPr/>
            <p:nvPr/>
          </p:nvSpPr>
          <p:spPr>
            <a:xfrm>
              <a:off x="1886261" y="4347491"/>
              <a:ext cx="76928" cy="64303"/>
            </a:xfrm>
            <a:custGeom>
              <a:rect b="b" l="l" r="r" t="t"/>
              <a:pathLst>
                <a:path extrusionOk="0" h="85737" w="102571">
                  <a:moveTo>
                    <a:pt x="73798" y="0"/>
                  </a:moveTo>
                  <a:lnTo>
                    <a:pt x="91062" y="0"/>
                  </a:lnTo>
                  <a:lnTo>
                    <a:pt x="102572" y="85737"/>
                  </a:lnTo>
                  <a:lnTo>
                    <a:pt x="0" y="74228"/>
                  </a:lnTo>
                  <a:lnTo>
                    <a:pt x="0" y="56933"/>
                  </a:lnTo>
                  <a:lnTo>
                    <a:pt x="73814" y="56933"/>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8" name="Google Shape;378;p8"/>
            <p:cNvSpPr/>
            <p:nvPr/>
          </p:nvSpPr>
          <p:spPr>
            <a:xfrm>
              <a:off x="1954558" y="4347491"/>
              <a:ext cx="59687" cy="47039"/>
            </a:xfrm>
            <a:custGeom>
              <a:rect b="b" l="l" r="r" t="t"/>
              <a:pathLst>
                <a:path extrusionOk="0" h="62718" w="79583">
                  <a:moveTo>
                    <a:pt x="73829" y="0"/>
                  </a:moveTo>
                  <a:lnTo>
                    <a:pt x="79584" y="62718"/>
                  </a:lnTo>
                  <a:lnTo>
                    <a:pt x="0" y="56933"/>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9" name="Google Shape;379;p8"/>
            <p:cNvSpPr/>
            <p:nvPr/>
          </p:nvSpPr>
          <p:spPr>
            <a:xfrm>
              <a:off x="1954558" y="4347491"/>
              <a:ext cx="76951" cy="64303"/>
            </a:xfrm>
            <a:custGeom>
              <a:rect b="b" l="l" r="r" t="t"/>
              <a:pathLst>
                <a:path extrusionOk="0" h="85737" w="102602">
                  <a:moveTo>
                    <a:pt x="73829" y="0"/>
                  </a:moveTo>
                  <a:lnTo>
                    <a:pt x="91093" y="0"/>
                  </a:lnTo>
                  <a:lnTo>
                    <a:pt x="102602" y="85737"/>
                  </a:lnTo>
                  <a:lnTo>
                    <a:pt x="0" y="74228"/>
                  </a:lnTo>
                  <a:lnTo>
                    <a:pt x="0" y="56933"/>
                  </a:lnTo>
                  <a:lnTo>
                    <a:pt x="73829" y="56933"/>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0" name="Google Shape;380;p8"/>
            <p:cNvSpPr/>
            <p:nvPr/>
          </p:nvSpPr>
          <p:spPr>
            <a:xfrm>
              <a:off x="2022878" y="4347491"/>
              <a:ext cx="59676" cy="47039"/>
            </a:xfrm>
            <a:custGeom>
              <a:rect b="b" l="l" r="r" t="t"/>
              <a:pathLst>
                <a:path extrusionOk="0" h="62718" w="79568">
                  <a:moveTo>
                    <a:pt x="73813" y="0"/>
                  </a:moveTo>
                  <a:lnTo>
                    <a:pt x="79568" y="62718"/>
                  </a:lnTo>
                  <a:lnTo>
                    <a:pt x="0" y="56933"/>
                  </a:lnTo>
                  <a:lnTo>
                    <a:pt x="0" y="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1" name="Google Shape;381;p8"/>
            <p:cNvSpPr/>
            <p:nvPr/>
          </p:nvSpPr>
          <p:spPr>
            <a:xfrm>
              <a:off x="2022878" y="4347491"/>
              <a:ext cx="68308" cy="64303"/>
            </a:xfrm>
            <a:custGeom>
              <a:rect b="b" l="l" r="r" t="t"/>
              <a:pathLst>
                <a:path extrusionOk="0" h="85737" w="91077">
                  <a:moveTo>
                    <a:pt x="73813" y="0"/>
                  </a:moveTo>
                  <a:lnTo>
                    <a:pt x="91078" y="0"/>
                  </a:lnTo>
                  <a:lnTo>
                    <a:pt x="91078" y="74228"/>
                  </a:lnTo>
                  <a:lnTo>
                    <a:pt x="45546" y="85737"/>
                  </a:lnTo>
                  <a:lnTo>
                    <a:pt x="0" y="74228"/>
                  </a:lnTo>
                  <a:lnTo>
                    <a:pt x="0" y="56933"/>
                  </a:lnTo>
                  <a:lnTo>
                    <a:pt x="73813" y="56933"/>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2" name="Google Shape;382;p8"/>
            <p:cNvSpPr/>
            <p:nvPr/>
          </p:nvSpPr>
          <p:spPr>
            <a:xfrm>
              <a:off x="1817929" y="4403186"/>
              <a:ext cx="59687" cy="47039"/>
            </a:xfrm>
            <a:custGeom>
              <a:rect b="b" l="l" r="r" t="t"/>
              <a:pathLst>
                <a:path extrusionOk="0" h="62718" w="79583">
                  <a:moveTo>
                    <a:pt x="73829" y="0"/>
                  </a:moveTo>
                  <a:lnTo>
                    <a:pt x="79584" y="62718"/>
                  </a:lnTo>
                  <a:lnTo>
                    <a:pt x="0" y="56964"/>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3" name="Google Shape;383;p8"/>
            <p:cNvSpPr/>
            <p:nvPr/>
          </p:nvSpPr>
          <p:spPr>
            <a:xfrm>
              <a:off x="1817942" y="4403162"/>
              <a:ext cx="76951" cy="64303"/>
            </a:xfrm>
            <a:custGeom>
              <a:rect b="b" l="l" r="r" t="t"/>
              <a:pathLst>
                <a:path extrusionOk="0" h="85737" w="102602">
                  <a:moveTo>
                    <a:pt x="73814" y="0"/>
                  </a:moveTo>
                  <a:lnTo>
                    <a:pt x="91093" y="0"/>
                  </a:lnTo>
                  <a:lnTo>
                    <a:pt x="102602" y="85737"/>
                  </a:lnTo>
                  <a:lnTo>
                    <a:pt x="0" y="74228"/>
                  </a:lnTo>
                  <a:lnTo>
                    <a:pt x="0" y="56964"/>
                  </a:lnTo>
                  <a:lnTo>
                    <a:pt x="73829" y="56964"/>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4" name="Google Shape;384;p8"/>
            <p:cNvSpPr/>
            <p:nvPr/>
          </p:nvSpPr>
          <p:spPr>
            <a:xfrm>
              <a:off x="1886261" y="4403186"/>
              <a:ext cx="59664" cy="47039"/>
            </a:xfrm>
            <a:custGeom>
              <a:rect b="b" l="l" r="r" t="t"/>
              <a:pathLst>
                <a:path extrusionOk="0" h="62718" w="79552">
                  <a:moveTo>
                    <a:pt x="73798" y="0"/>
                  </a:moveTo>
                  <a:lnTo>
                    <a:pt x="79553" y="62718"/>
                  </a:lnTo>
                  <a:lnTo>
                    <a:pt x="0" y="56964"/>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5" name="Google Shape;385;p8"/>
            <p:cNvSpPr/>
            <p:nvPr/>
          </p:nvSpPr>
          <p:spPr>
            <a:xfrm>
              <a:off x="1886261" y="4403162"/>
              <a:ext cx="76928" cy="64303"/>
            </a:xfrm>
            <a:custGeom>
              <a:rect b="b" l="l" r="r" t="t"/>
              <a:pathLst>
                <a:path extrusionOk="0" h="85737" w="102571">
                  <a:moveTo>
                    <a:pt x="73798" y="0"/>
                  </a:moveTo>
                  <a:lnTo>
                    <a:pt x="91062" y="0"/>
                  </a:lnTo>
                  <a:lnTo>
                    <a:pt x="102572" y="85737"/>
                  </a:lnTo>
                  <a:lnTo>
                    <a:pt x="0" y="74228"/>
                  </a:lnTo>
                  <a:lnTo>
                    <a:pt x="0" y="56964"/>
                  </a:lnTo>
                  <a:lnTo>
                    <a:pt x="73814" y="56964"/>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6" name="Google Shape;386;p8"/>
            <p:cNvSpPr/>
            <p:nvPr/>
          </p:nvSpPr>
          <p:spPr>
            <a:xfrm>
              <a:off x="1954558" y="4403186"/>
              <a:ext cx="59687" cy="47039"/>
            </a:xfrm>
            <a:custGeom>
              <a:rect b="b" l="l" r="r" t="t"/>
              <a:pathLst>
                <a:path extrusionOk="0" h="62718" w="79583">
                  <a:moveTo>
                    <a:pt x="73829" y="0"/>
                  </a:moveTo>
                  <a:lnTo>
                    <a:pt x="79584" y="62718"/>
                  </a:lnTo>
                  <a:lnTo>
                    <a:pt x="0" y="56964"/>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7" name="Google Shape;387;p8"/>
            <p:cNvSpPr/>
            <p:nvPr/>
          </p:nvSpPr>
          <p:spPr>
            <a:xfrm>
              <a:off x="1954558" y="4403162"/>
              <a:ext cx="76951" cy="64303"/>
            </a:xfrm>
            <a:custGeom>
              <a:rect b="b" l="l" r="r" t="t"/>
              <a:pathLst>
                <a:path extrusionOk="0" h="85737" w="102602">
                  <a:moveTo>
                    <a:pt x="73829" y="0"/>
                  </a:moveTo>
                  <a:lnTo>
                    <a:pt x="91093" y="0"/>
                  </a:lnTo>
                  <a:lnTo>
                    <a:pt x="102602" y="85737"/>
                  </a:lnTo>
                  <a:lnTo>
                    <a:pt x="0" y="74228"/>
                  </a:lnTo>
                  <a:lnTo>
                    <a:pt x="0" y="56964"/>
                  </a:lnTo>
                  <a:lnTo>
                    <a:pt x="73829" y="56964"/>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8" name="Google Shape;388;p8"/>
            <p:cNvSpPr/>
            <p:nvPr/>
          </p:nvSpPr>
          <p:spPr>
            <a:xfrm>
              <a:off x="2022878" y="4403161"/>
              <a:ext cx="59676" cy="47039"/>
            </a:xfrm>
            <a:custGeom>
              <a:rect b="b" l="l" r="r" t="t"/>
              <a:pathLst>
                <a:path extrusionOk="0" h="62718" w="79568">
                  <a:moveTo>
                    <a:pt x="73813" y="0"/>
                  </a:moveTo>
                  <a:lnTo>
                    <a:pt x="79568" y="62718"/>
                  </a:lnTo>
                  <a:lnTo>
                    <a:pt x="0" y="56964"/>
                  </a:lnTo>
                  <a:lnTo>
                    <a:pt x="0" y="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9" name="Google Shape;389;p8"/>
            <p:cNvSpPr/>
            <p:nvPr/>
          </p:nvSpPr>
          <p:spPr>
            <a:xfrm>
              <a:off x="2022878" y="4403162"/>
              <a:ext cx="68308" cy="64303"/>
            </a:xfrm>
            <a:custGeom>
              <a:rect b="b" l="l" r="r" t="t"/>
              <a:pathLst>
                <a:path extrusionOk="0" h="85737" w="91077">
                  <a:moveTo>
                    <a:pt x="73813" y="0"/>
                  </a:moveTo>
                  <a:lnTo>
                    <a:pt x="91078" y="0"/>
                  </a:lnTo>
                  <a:lnTo>
                    <a:pt x="91078" y="74228"/>
                  </a:lnTo>
                  <a:lnTo>
                    <a:pt x="45546" y="85737"/>
                  </a:lnTo>
                  <a:lnTo>
                    <a:pt x="0" y="74228"/>
                  </a:lnTo>
                  <a:lnTo>
                    <a:pt x="0" y="56964"/>
                  </a:lnTo>
                  <a:lnTo>
                    <a:pt x="73813" y="56964"/>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0" name="Google Shape;390;p8"/>
            <p:cNvSpPr/>
            <p:nvPr/>
          </p:nvSpPr>
          <p:spPr>
            <a:xfrm>
              <a:off x="1817929" y="4458858"/>
              <a:ext cx="59687" cy="47027"/>
            </a:xfrm>
            <a:custGeom>
              <a:rect b="b" l="l" r="r" t="t"/>
              <a:pathLst>
                <a:path extrusionOk="0" h="62703" w="79583">
                  <a:moveTo>
                    <a:pt x="73829" y="0"/>
                  </a:moveTo>
                  <a:lnTo>
                    <a:pt x="79584" y="62703"/>
                  </a:lnTo>
                  <a:lnTo>
                    <a:pt x="0" y="56948"/>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1" name="Google Shape;391;p8"/>
            <p:cNvSpPr/>
            <p:nvPr/>
          </p:nvSpPr>
          <p:spPr>
            <a:xfrm>
              <a:off x="1817929" y="4458833"/>
              <a:ext cx="76963" cy="64291"/>
            </a:xfrm>
            <a:custGeom>
              <a:rect b="b" l="l" r="r" t="t"/>
              <a:pathLst>
                <a:path extrusionOk="0" h="85721" w="102617">
                  <a:moveTo>
                    <a:pt x="73829" y="0"/>
                  </a:moveTo>
                  <a:lnTo>
                    <a:pt x="91108" y="0"/>
                  </a:lnTo>
                  <a:lnTo>
                    <a:pt x="102618" y="85722"/>
                  </a:lnTo>
                  <a:lnTo>
                    <a:pt x="0" y="74212"/>
                  </a:lnTo>
                  <a:lnTo>
                    <a:pt x="0" y="56948"/>
                  </a:lnTo>
                  <a:lnTo>
                    <a:pt x="73829" y="56948"/>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2" name="Google Shape;392;p8"/>
            <p:cNvSpPr/>
            <p:nvPr/>
          </p:nvSpPr>
          <p:spPr>
            <a:xfrm>
              <a:off x="1886261" y="4458858"/>
              <a:ext cx="59664" cy="47027"/>
            </a:xfrm>
            <a:custGeom>
              <a:rect b="b" l="l" r="r" t="t"/>
              <a:pathLst>
                <a:path extrusionOk="0" h="62703" w="79552">
                  <a:moveTo>
                    <a:pt x="73798" y="0"/>
                  </a:moveTo>
                  <a:lnTo>
                    <a:pt x="79553" y="62703"/>
                  </a:lnTo>
                  <a:lnTo>
                    <a:pt x="0" y="56948"/>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3" name="Google Shape;393;p8"/>
            <p:cNvSpPr/>
            <p:nvPr/>
          </p:nvSpPr>
          <p:spPr>
            <a:xfrm>
              <a:off x="1886261" y="4458833"/>
              <a:ext cx="76928" cy="64291"/>
            </a:xfrm>
            <a:custGeom>
              <a:rect b="b" l="l" r="r" t="t"/>
              <a:pathLst>
                <a:path extrusionOk="0" h="85721" w="102571">
                  <a:moveTo>
                    <a:pt x="73798" y="0"/>
                  </a:moveTo>
                  <a:lnTo>
                    <a:pt x="91062" y="0"/>
                  </a:lnTo>
                  <a:lnTo>
                    <a:pt x="102572" y="85722"/>
                  </a:lnTo>
                  <a:lnTo>
                    <a:pt x="0" y="74212"/>
                  </a:lnTo>
                  <a:lnTo>
                    <a:pt x="0" y="56948"/>
                  </a:lnTo>
                  <a:lnTo>
                    <a:pt x="73814" y="56948"/>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4" name="Google Shape;394;p8"/>
            <p:cNvSpPr/>
            <p:nvPr/>
          </p:nvSpPr>
          <p:spPr>
            <a:xfrm>
              <a:off x="1954558" y="4458858"/>
              <a:ext cx="59687" cy="47027"/>
            </a:xfrm>
            <a:custGeom>
              <a:rect b="b" l="l" r="r" t="t"/>
              <a:pathLst>
                <a:path extrusionOk="0" h="62703" w="79583">
                  <a:moveTo>
                    <a:pt x="73829" y="0"/>
                  </a:moveTo>
                  <a:lnTo>
                    <a:pt x="79584" y="62703"/>
                  </a:lnTo>
                  <a:lnTo>
                    <a:pt x="0" y="56948"/>
                  </a:lnTo>
                  <a:lnTo>
                    <a:pt x="0" y="0"/>
                  </a:lnTo>
                  <a:close/>
                </a:path>
              </a:pathLst>
            </a:custGeom>
            <a:solidFill>
              <a:schemeClr val="dk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5" name="Google Shape;395;p8"/>
            <p:cNvSpPr/>
            <p:nvPr/>
          </p:nvSpPr>
          <p:spPr>
            <a:xfrm>
              <a:off x="1954558" y="4458833"/>
              <a:ext cx="76951" cy="64291"/>
            </a:xfrm>
            <a:custGeom>
              <a:rect b="b" l="l" r="r" t="t"/>
              <a:pathLst>
                <a:path extrusionOk="0" h="85721" w="102602">
                  <a:moveTo>
                    <a:pt x="73829" y="0"/>
                  </a:moveTo>
                  <a:lnTo>
                    <a:pt x="91093" y="0"/>
                  </a:lnTo>
                  <a:lnTo>
                    <a:pt x="102602" y="85722"/>
                  </a:lnTo>
                  <a:lnTo>
                    <a:pt x="0" y="74212"/>
                  </a:lnTo>
                  <a:lnTo>
                    <a:pt x="0" y="56948"/>
                  </a:lnTo>
                  <a:lnTo>
                    <a:pt x="73829" y="56948"/>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6" name="Google Shape;396;p8"/>
            <p:cNvSpPr/>
            <p:nvPr/>
          </p:nvSpPr>
          <p:spPr>
            <a:xfrm>
              <a:off x="1817929" y="4514492"/>
              <a:ext cx="59687" cy="47050"/>
            </a:xfrm>
            <a:custGeom>
              <a:rect b="b" l="l" r="r" t="t"/>
              <a:pathLst>
                <a:path extrusionOk="0" h="62733" w="79583">
                  <a:moveTo>
                    <a:pt x="73829" y="0"/>
                  </a:moveTo>
                  <a:lnTo>
                    <a:pt x="79584" y="62734"/>
                  </a:lnTo>
                  <a:lnTo>
                    <a:pt x="0" y="56964"/>
                  </a:lnTo>
                  <a:lnTo>
                    <a:pt x="0" y="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7" name="Google Shape;397;p8"/>
            <p:cNvSpPr/>
            <p:nvPr/>
          </p:nvSpPr>
          <p:spPr>
            <a:xfrm>
              <a:off x="1817929" y="4514491"/>
              <a:ext cx="76963" cy="55682"/>
            </a:xfrm>
            <a:custGeom>
              <a:rect b="b" l="l" r="r" t="t"/>
              <a:pathLst>
                <a:path extrusionOk="0" h="74243" w="102617">
                  <a:moveTo>
                    <a:pt x="73829" y="0"/>
                  </a:moveTo>
                  <a:lnTo>
                    <a:pt x="91108" y="0"/>
                  </a:lnTo>
                  <a:lnTo>
                    <a:pt x="102618" y="37122"/>
                  </a:lnTo>
                  <a:lnTo>
                    <a:pt x="91108" y="74243"/>
                  </a:lnTo>
                  <a:lnTo>
                    <a:pt x="0" y="74243"/>
                  </a:lnTo>
                  <a:lnTo>
                    <a:pt x="0" y="56964"/>
                  </a:lnTo>
                  <a:lnTo>
                    <a:pt x="73829" y="56964"/>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8" name="Google Shape;398;p8"/>
            <p:cNvSpPr/>
            <p:nvPr/>
          </p:nvSpPr>
          <p:spPr>
            <a:xfrm>
              <a:off x="1886261" y="4514517"/>
              <a:ext cx="59664" cy="47050"/>
            </a:xfrm>
            <a:custGeom>
              <a:rect b="b" l="l" r="r" t="t"/>
              <a:pathLst>
                <a:path extrusionOk="0" h="62733" w="79552">
                  <a:moveTo>
                    <a:pt x="73798" y="0"/>
                  </a:moveTo>
                  <a:lnTo>
                    <a:pt x="79553" y="62734"/>
                  </a:lnTo>
                  <a:lnTo>
                    <a:pt x="0" y="56964"/>
                  </a:lnTo>
                  <a:lnTo>
                    <a:pt x="0" y="0"/>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9" name="Google Shape;399;p8"/>
            <p:cNvSpPr/>
            <p:nvPr/>
          </p:nvSpPr>
          <p:spPr>
            <a:xfrm>
              <a:off x="1886261" y="4514491"/>
              <a:ext cx="76928" cy="55682"/>
            </a:xfrm>
            <a:custGeom>
              <a:rect b="b" l="l" r="r" t="t"/>
              <a:pathLst>
                <a:path extrusionOk="0" h="74243" w="102571">
                  <a:moveTo>
                    <a:pt x="73798" y="0"/>
                  </a:moveTo>
                  <a:lnTo>
                    <a:pt x="91062" y="0"/>
                  </a:lnTo>
                  <a:lnTo>
                    <a:pt x="102572" y="37122"/>
                  </a:lnTo>
                  <a:lnTo>
                    <a:pt x="91062" y="74243"/>
                  </a:lnTo>
                  <a:lnTo>
                    <a:pt x="0" y="74243"/>
                  </a:lnTo>
                  <a:lnTo>
                    <a:pt x="0" y="56964"/>
                  </a:lnTo>
                  <a:lnTo>
                    <a:pt x="73814" y="56964"/>
                  </a:lnTo>
                  <a:close/>
                </a:path>
              </a:pathLst>
            </a:custGeom>
            <a:solidFill>
              <a:schemeClr val="lt2"/>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0" name="Google Shape;400;p8"/>
            <p:cNvSpPr/>
            <p:nvPr/>
          </p:nvSpPr>
          <p:spPr>
            <a:xfrm>
              <a:off x="1954558" y="4514492"/>
              <a:ext cx="59687" cy="47050"/>
            </a:xfrm>
            <a:custGeom>
              <a:rect b="b" l="l" r="r" t="t"/>
              <a:pathLst>
                <a:path extrusionOk="0" h="62733" w="79583">
                  <a:moveTo>
                    <a:pt x="73829" y="0"/>
                  </a:moveTo>
                  <a:lnTo>
                    <a:pt x="79584" y="62734"/>
                  </a:lnTo>
                  <a:lnTo>
                    <a:pt x="0" y="56964"/>
                  </a:lnTo>
                  <a:lnTo>
                    <a:pt x="0" y="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1" name="Google Shape;401;p8"/>
            <p:cNvSpPr/>
            <p:nvPr/>
          </p:nvSpPr>
          <p:spPr>
            <a:xfrm>
              <a:off x="1954558" y="4514491"/>
              <a:ext cx="76951" cy="55682"/>
            </a:xfrm>
            <a:custGeom>
              <a:rect b="b" l="l" r="r" t="t"/>
              <a:pathLst>
                <a:path extrusionOk="0" h="74243" w="102602">
                  <a:moveTo>
                    <a:pt x="73829" y="0"/>
                  </a:moveTo>
                  <a:lnTo>
                    <a:pt x="91093" y="0"/>
                  </a:lnTo>
                  <a:lnTo>
                    <a:pt x="102602" y="37122"/>
                  </a:lnTo>
                  <a:lnTo>
                    <a:pt x="91093" y="74243"/>
                  </a:lnTo>
                  <a:lnTo>
                    <a:pt x="0" y="74243"/>
                  </a:lnTo>
                  <a:lnTo>
                    <a:pt x="0" y="56964"/>
                  </a:lnTo>
                  <a:lnTo>
                    <a:pt x="73829" y="56964"/>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2" name="Google Shape;402;p8"/>
            <p:cNvSpPr/>
            <p:nvPr/>
          </p:nvSpPr>
          <p:spPr>
            <a:xfrm>
              <a:off x="2022878" y="4458833"/>
              <a:ext cx="59676" cy="102710"/>
            </a:xfrm>
            <a:custGeom>
              <a:rect b="b" l="l" r="r" t="t"/>
              <a:pathLst>
                <a:path extrusionOk="0" h="136946" w="79568">
                  <a:moveTo>
                    <a:pt x="73813" y="0"/>
                  </a:moveTo>
                  <a:lnTo>
                    <a:pt x="79568" y="136946"/>
                  </a:lnTo>
                  <a:lnTo>
                    <a:pt x="0" y="131176"/>
                  </a:lnTo>
                  <a:lnTo>
                    <a:pt x="0" y="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3" name="Google Shape;403;p8"/>
            <p:cNvSpPr/>
            <p:nvPr/>
          </p:nvSpPr>
          <p:spPr>
            <a:xfrm>
              <a:off x="2022878" y="4458833"/>
              <a:ext cx="68308" cy="111341"/>
            </a:xfrm>
            <a:custGeom>
              <a:rect b="b" l="l" r="r" t="t"/>
              <a:pathLst>
                <a:path extrusionOk="0" h="148455" w="91077">
                  <a:moveTo>
                    <a:pt x="73813" y="0"/>
                  </a:moveTo>
                  <a:lnTo>
                    <a:pt x="91078" y="0"/>
                  </a:lnTo>
                  <a:lnTo>
                    <a:pt x="91078" y="148456"/>
                  </a:lnTo>
                  <a:lnTo>
                    <a:pt x="0" y="148456"/>
                  </a:lnTo>
                  <a:lnTo>
                    <a:pt x="0" y="131176"/>
                  </a:lnTo>
                  <a:lnTo>
                    <a:pt x="73813" y="131176"/>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4" name="Google Shape;404;p8"/>
            <p:cNvSpPr/>
            <p:nvPr/>
          </p:nvSpPr>
          <p:spPr>
            <a:xfrm>
              <a:off x="1811444" y="4134677"/>
              <a:ext cx="286226" cy="441989"/>
            </a:xfrm>
            <a:custGeom>
              <a:rect b="b" l="l" r="r" t="t"/>
              <a:pathLst>
                <a:path extrusionOk="0" h="589318" w="381635">
                  <a:moveTo>
                    <a:pt x="372988" y="589288"/>
                  </a:moveTo>
                  <a:lnTo>
                    <a:pt x="8647" y="589288"/>
                  </a:lnTo>
                  <a:cubicBezTo>
                    <a:pt x="3882" y="589288"/>
                    <a:pt x="16" y="585429"/>
                    <a:pt x="8" y="580664"/>
                  </a:cubicBezTo>
                  <a:lnTo>
                    <a:pt x="8" y="263342"/>
                  </a:lnTo>
                  <a:cubicBezTo>
                    <a:pt x="209" y="258575"/>
                    <a:pt x="4236" y="254873"/>
                    <a:pt x="9004" y="255074"/>
                  </a:cubicBezTo>
                  <a:cubicBezTo>
                    <a:pt x="13489" y="255264"/>
                    <a:pt x="17083" y="258857"/>
                    <a:pt x="17272" y="263342"/>
                  </a:cubicBezTo>
                  <a:lnTo>
                    <a:pt x="17272" y="275113"/>
                  </a:lnTo>
                  <a:lnTo>
                    <a:pt x="91101" y="275113"/>
                  </a:lnTo>
                  <a:lnTo>
                    <a:pt x="91101" y="218149"/>
                  </a:lnTo>
                  <a:lnTo>
                    <a:pt x="17272" y="218149"/>
                  </a:lnTo>
                  <a:lnTo>
                    <a:pt x="17272" y="228814"/>
                  </a:lnTo>
                  <a:cubicBezTo>
                    <a:pt x="17473" y="233582"/>
                    <a:pt x="13771" y="237609"/>
                    <a:pt x="9004" y="237810"/>
                  </a:cubicBezTo>
                  <a:cubicBezTo>
                    <a:pt x="4236" y="238011"/>
                    <a:pt x="209" y="234310"/>
                    <a:pt x="8" y="229542"/>
                  </a:cubicBezTo>
                  <a:cubicBezTo>
                    <a:pt x="-3" y="229300"/>
                    <a:pt x="-3" y="229057"/>
                    <a:pt x="8" y="228814"/>
                  </a:cubicBezTo>
                  <a:lnTo>
                    <a:pt x="8" y="135297"/>
                  </a:lnTo>
                  <a:cubicBezTo>
                    <a:pt x="8" y="130525"/>
                    <a:pt x="3876" y="126657"/>
                    <a:pt x="8647" y="126657"/>
                  </a:cubicBezTo>
                  <a:lnTo>
                    <a:pt x="372988" y="126657"/>
                  </a:lnTo>
                  <a:cubicBezTo>
                    <a:pt x="377760" y="126657"/>
                    <a:pt x="381628" y="130525"/>
                    <a:pt x="381628" y="135297"/>
                  </a:cubicBezTo>
                  <a:lnTo>
                    <a:pt x="381628" y="464189"/>
                  </a:lnTo>
                  <a:cubicBezTo>
                    <a:pt x="381427" y="468956"/>
                    <a:pt x="377399" y="472658"/>
                    <a:pt x="372632" y="472457"/>
                  </a:cubicBezTo>
                  <a:cubicBezTo>
                    <a:pt x="368146" y="472268"/>
                    <a:pt x="364553" y="468674"/>
                    <a:pt x="364364" y="464189"/>
                  </a:cubicBezTo>
                  <a:lnTo>
                    <a:pt x="364364" y="440832"/>
                  </a:lnTo>
                  <a:lnTo>
                    <a:pt x="290535" y="440832"/>
                  </a:lnTo>
                  <a:lnTo>
                    <a:pt x="290535" y="572024"/>
                  </a:lnTo>
                  <a:lnTo>
                    <a:pt x="364364" y="572024"/>
                  </a:lnTo>
                  <a:lnTo>
                    <a:pt x="364364" y="498748"/>
                  </a:lnTo>
                  <a:cubicBezTo>
                    <a:pt x="364163" y="493980"/>
                    <a:pt x="367865" y="489953"/>
                    <a:pt x="372632" y="489752"/>
                  </a:cubicBezTo>
                  <a:cubicBezTo>
                    <a:pt x="377399" y="489551"/>
                    <a:pt x="381427" y="493252"/>
                    <a:pt x="381628" y="498020"/>
                  </a:cubicBezTo>
                  <a:cubicBezTo>
                    <a:pt x="381638" y="498262"/>
                    <a:pt x="381638" y="498505"/>
                    <a:pt x="381628" y="498748"/>
                  </a:cubicBezTo>
                  <a:lnTo>
                    <a:pt x="381628" y="580694"/>
                  </a:lnTo>
                  <a:cubicBezTo>
                    <a:pt x="381620" y="585460"/>
                    <a:pt x="377754" y="589319"/>
                    <a:pt x="372988" y="589319"/>
                  </a:cubicBezTo>
                  <a:close/>
                  <a:moveTo>
                    <a:pt x="199504" y="572024"/>
                  </a:moveTo>
                  <a:lnTo>
                    <a:pt x="273317" y="572024"/>
                  </a:lnTo>
                  <a:lnTo>
                    <a:pt x="273317" y="515060"/>
                  </a:lnTo>
                  <a:lnTo>
                    <a:pt x="199504" y="515060"/>
                  </a:lnTo>
                  <a:close/>
                  <a:moveTo>
                    <a:pt x="108411" y="572024"/>
                  </a:moveTo>
                  <a:lnTo>
                    <a:pt x="182240" y="572024"/>
                  </a:lnTo>
                  <a:lnTo>
                    <a:pt x="182240" y="515060"/>
                  </a:lnTo>
                  <a:lnTo>
                    <a:pt x="108365" y="515060"/>
                  </a:lnTo>
                  <a:close/>
                  <a:moveTo>
                    <a:pt x="17318" y="572024"/>
                  </a:moveTo>
                  <a:lnTo>
                    <a:pt x="91147" y="572024"/>
                  </a:lnTo>
                  <a:lnTo>
                    <a:pt x="91147" y="515060"/>
                  </a:lnTo>
                  <a:lnTo>
                    <a:pt x="17272" y="515060"/>
                  </a:lnTo>
                  <a:close/>
                  <a:moveTo>
                    <a:pt x="199504" y="497796"/>
                  </a:moveTo>
                  <a:lnTo>
                    <a:pt x="273317" y="497796"/>
                  </a:lnTo>
                  <a:lnTo>
                    <a:pt x="273317" y="440832"/>
                  </a:lnTo>
                  <a:lnTo>
                    <a:pt x="199504" y="440832"/>
                  </a:lnTo>
                  <a:close/>
                  <a:moveTo>
                    <a:pt x="108411" y="497796"/>
                  </a:moveTo>
                  <a:lnTo>
                    <a:pt x="182240" y="497796"/>
                  </a:lnTo>
                  <a:lnTo>
                    <a:pt x="182240" y="440832"/>
                  </a:lnTo>
                  <a:lnTo>
                    <a:pt x="108365" y="440832"/>
                  </a:lnTo>
                  <a:close/>
                  <a:moveTo>
                    <a:pt x="17318" y="497796"/>
                  </a:moveTo>
                  <a:lnTo>
                    <a:pt x="91147" y="497796"/>
                  </a:lnTo>
                  <a:lnTo>
                    <a:pt x="91147" y="440832"/>
                  </a:lnTo>
                  <a:lnTo>
                    <a:pt x="17272" y="440832"/>
                  </a:lnTo>
                  <a:close/>
                  <a:moveTo>
                    <a:pt x="290535" y="423553"/>
                  </a:moveTo>
                  <a:lnTo>
                    <a:pt x="364364" y="423553"/>
                  </a:lnTo>
                  <a:lnTo>
                    <a:pt x="364364" y="366605"/>
                  </a:lnTo>
                  <a:lnTo>
                    <a:pt x="290535" y="366605"/>
                  </a:lnTo>
                  <a:close/>
                  <a:moveTo>
                    <a:pt x="199504" y="423553"/>
                  </a:moveTo>
                  <a:lnTo>
                    <a:pt x="273317" y="423553"/>
                  </a:lnTo>
                  <a:lnTo>
                    <a:pt x="273317" y="366605"/>
                  </a:lnTo>
                  <a:lnTo>
                    <a:pt x="199504" y="366605"/>
                  </a:lnTo>
                  <a:close/>
                  <a:moveTo>
                    <a:pt x="108411" y="423553"/>
                  </a:moveTo>
                  <a:lnTo>
                    <a:pt x="182240" y="423553"/>
                  </a:lnTo>
                  <a:lnTo>
                    <a:pt x="182240" y="366605"/>
                  </a:lnTo>
                  <a:lnTo>
                    <a:pt x="108365" y="366605"/>
                  </a:lnTo>
                  <a:close/>
                  <a:moveTo>
                    <a:pt x="17318" y="423553"/>
                  </a:moveTo>
                  <a:lnTo>
                    <a:pt x="91147" y="423553"/>
                  </a:lnTo>
                  <a:lnTo>
                    <a:pt x="91147" y="366605"/>
                  </a:lnTo>
                  <a:lnTo>
                    <a:pt x="17272" y="366605"/>
                  </a:lnTo>
                  <a:close/>
                  <a:moveTo>
                    <a:pt x="290581" y="349325"/>
                  </a:moveTo>
                  <a:lnTo>
                    <a:pt x="364410" y="349325"/>
                  </a:lnTo>
                  <a:lnTo>
                    <a:pt x="364410" y="292377"/>
                  </a:lnTo>
                  <a:lnTo>
                    <a:pt x="290535" y="292377"/>
                  </a:lnTo>
                  <a:close/>
                  <a:moveTo>
                    <a:pt x="199504" y="349325"/>
                  </a:moveTo>
                  <a:lnTo>
                    <a:pt x="273317" y="349325"/>
                  </a:lnTo>
                  <a:lnTo>
                    <a:pt x="273317" y="292377"/>
                  </a:lnTo>
                  <a:lnTo>
                    <a:pt x="199504" y="292377"/>
                  </a:lnTo>
                  <a:close/>
                  <a:moveTo>
                    <a:pt x="108411" y="349325"/>
                  </a:moveTo>
                  <a:lnTo>
                    <a:pt x="182240" y="349325"/>
                  </a:lnTo>
                  <a:lnTo>
                    <a:pt x="182240" y="292377"/>
                  </a:lnTo>
                  <a:lnTo>
                    <a:pt x="108365" y="292377"/>
                  </a:lnTo>
                  <a:close/>
                  <a:moveTo>
                    <a:pt x="17318" y="349325"/>
                  </a:moveTo>
                  <a:lnTo>
                    <a:pt x="91147" y="349325"/>
                  </a:lnTo>
                  <a:lnTo>
                    <a:pt x="91147" y="292377"/>
                  </a:lnTo>
                  <a:lnTo>
                    <a:pt x="17272" y="292377"/>
                  </a:lnTo>
                  <a:close/>
                  <a:moveTo>
                    <a:pt x="290581" y="275097"/>
                  </a:moveTo>
                  <a:lnTo>
                    <a:pt x="364410" y="275097"/>
                  </a:lnTo>
                  <a:lnTo>
                    <a:pt x="364410" y="218149"/>
                  </a:lnTo>
                  <a:lnTo>
                    <a:pt x="290535" y="218149"/>
                  </a:lnTo>
                  <a:close/>
                  <a:moveTo>
                    <a:pt x="199504" y="275097"/>
                  </a:moveTo>
                  <a:lnTo>
                    <a:pt x="273317" y="275097"/>
                  </a:lnTo>
                  <a:lnTo>
                    <a:pt x="273317" y="218149"/>
                  </a:lnTo>
                  <a:lnTo>
                    <a:pt x="199504" y="218149"/>
                  </a:lnTo>
                  <a:close/>
                  <a:moveTo>
                    <a:pt x="108411" y="275097"/>
                  </a:moveTo>
                  <a:lnTo>
                    <a:pt x="182240" y="275097"/>
                  </a:lnTo>
                  <a:lnTo>
                    <a:pt x="182240" y="218149"/>
                  </a:lnTo>
                  <a:lnTo>
                    <a:pt x="108365" y="218149"/>
                  </a:lnTo>
                  <a:close/>
                  <a:moveTo>
                    <a:pt x="290535" y="200885"/>
                  </a:moveTo>
                  <a:lnTo>
                    <a:pt x="364364" y="200885"/>
                  </a:lnTo>
                  <a:lnTo>
                    <a:pt x="364364" y="143921"/>
                  </a:lnTo>
                  <a:lnTo>
                    <a:pt x="290535" y="143921"/>
                  </a:lnTo>
                  <a:close/>
                  <a:moveTo>
                    <a:pt x="199458" y="200885"/>
                  </a:moveTo>
                  <a:lnTo>
                    <a:pt x="273271" y="200885"/>
                  </a:lnTo>
                  <a:lnTo>
                    <a:pt x="273271" y="143921"/>
                  </a:lnTo>
                  <a:lnTo>
                    <a:pt x="199504" y="143921"/>
                  </a:lnTo>
                  <a:close/>
                  <a:moveTo>
                    <a:pt x="108365" y="200885"/>
                  </a:moveTo>
                  <a:lnTo>
                    <a:pt x="182193" y="200885"/>
                  </a:lnTo>
                  <a:lnTo>
                    <a:pt x="182193" y="143921"/>
                  </a:lnTo>
                  <a:lnTo>
                    <a:pt x="108365" y="143921"/>
                  </a:lnTo>
                  <a:close/>
                  <a:moveTo>
                    <a:pt x="17272" y="200885"/>
                  </a:moveTo>
                  <a:lnTo>
                    <a:pt x="91101" y="200885"/>
                  </a:lnTo>
                  <a:lnTo>
                    <a:pt x="91101" y="143921"/>
                  </a:lnTo>
                  <a:lnTo>
                    <a:pt x="17272" y="143921"/>
                  </a:lnTo>
                  <a:close/>
                  <a:moveTo>
                    <a:pt x="372988" y="109393"/>
                  </a:moveTo>
                  <a:lnTo>
                    <a:pt x="8647" y="109393"/>
                  </a:lnTo>
                  <a:cubicBezTo>
                    <a:pt x="3882" y="109393"/>
                    <a:pt x="16" y="105534"/>
                    <a:pt x="8" y="100769"/>
                  </a:cubicBezTo>
                  <a:lnTo>
                    <a:pt x="8" y="8694"/>
                  </a:lnTo>
                  <a:cubicBezTo>
                    <a:pt x="-18" y="3922"/>
                    <a:pt x="3830" y="33"/>
                    <a:pt x="8601" y="8"/>
                  </a:cubicBezTo>
                  <a:cubicBezTo>
                    <a:pt x="8617" y="8"/>
                    <a:pt x="8632" y="8"/>
                    <a:pt x="8647" y="8"/>
                  </a:cubicBezTo>
                  <a:lnTo>
                    <a:pt x="236809" y="8"/>
                  </a:lnTo>
                  <a:cubicBezTo>
                    <a:pt x="241577" y="-193"/>
                    <a:pt x="245604" y="3508"/>
                    <a:pt x="245805" y="8276"/>
                  </a:cubicBezTo>
                  <a:cubicBezTo>
                    <a:pt x="246006" y="13043"/>
                    <a:pt x="242305" y="17071"/>
                    <a:pt x="237537" y="17272"/>
                  </a:cubicBezTo>
                  <a:cubicBezTo>
                    <a:pt x="237295" y="17282"/>
                    <a:pt x="237052" y="17282"/>
                    <a:pt x="236809" y="17272"/>
                  </a:cubicBezTo>
                  <a:lnTo>
                    <a:pt x="17272" y="17272"/>
                  </a:lnTo>
                  <a:lnTo>
                    <a:pt x="17272" y="92083"/>
                  </a:lnTo>
                  <a:lnTo>
                    <a:pt x="364364" y="92083"/>
                  </a:lnTo>
                  <a:lnTo>
                    <a:pt x="364364" y="17272"/>
                  </a:lnTo>
                  <a:lnTo>
                    <a:pt x="271337" y="17272"/>
                  </a:lnTo>
                  <a:cubicBezTo>
                    <a:pt x="266570" y="17071"/>
                    <a:pt x="262868" y="13043"/>
                    <a:pt x="263069" y="8276"/>
                  </a:cubicBezTo>
                  <a:cubicBezTo>
                    <a:pt x="263259" y="3790"/>
                    <a:pt x="266852" y="197"/>
                    <a:pt x="271337" y="8"/>
                  </a:cubicBezTo>
                  <a:lnTo>
                    <a:pt x="372988" y="8"/>
                  </a:lnTo>
                  <a:cubicBezTo>
                    <a:pt x="377754" y="8"/>
                    <a:pt x="381620" y="3867"/>
                    <a:pt x="381628" y="8632"/>
                  </a:cubicBezTo>
                  <a:lnTo>
                    <a:pt x="381628" y="100707"/>
                  </a:lnTo>
                  <a:cubicBezTo>
                    <a:pt x="381628" y="105470"/>
                    <a:pt x="377767" y="109332"/>
                    <a:pt x="373004" y="109332"/>
                  </a:cubicBezTo>
                  <a:cubicBezTo>
                    <a:pt x="372999" y="109332"/>
                    <a:pt x="372993" y="109332"/>
                    <a:pt x="372988" y="109332"/>
                  </a:cubicBez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9"/>
          <p:cNvPicPr preferRelativeResize="0"/>
          <p:nvPr>
            <p:ph idx="1" type="body"/>
          </p:nvPr>
        </p:nvPicPr>
        <p:blipFill rotWithShape="1">
          <a:blip r:embed="rId3">
            <a:alphaModFix/>
          </a:blip>
          <a:srcRect b="0" l="0" r="0" t="0"/>
          <a:stretch/>
        </p:blipFill>
        <p:spPr>
          <a:xfrm>
            <a:off x="2072239" y="821267"/>
            <a:ext cx="8047521" cy="6036733"/>
          </a:xfrm>
          <a:prstGeom prst="rect">
            <a:avLst/>
          </a:prstGeom>
          <a:noFill/>
          <a:ln>
            <a:noFill/>
          </a:ln>
        </p:spPr>
      </p:pic>
      <p:pic>
        <p:nvPicPr>
          <p:cNvPr id="411" name="Google Shape;411;p9"/>
          <p:cNvPicPr preferRelativeResize="0"/>
          <p:nvPr/>
        </p:nvPicPr>
        <p:blipFill rotWithShape="1">
          <a:blip r:embed="rId4">
            <a:alphaModFix/>
          </a:blip>
          <a:srcRect b="0" l="0" r="0" t="0"/>
          <a:stretch/>
        </p:blipFill>
        <p:spPr>
          <a:xfrm>
            <a:off x="10811143" y="4977442"/>
            <a:ext cx="1244563" cy="1880558"/>
          </a:xfrm>
          <a:prstGeom prst="rect">
            <a:avLst/>
          </a:prstGeom>
          <a:noFill/>
          <a:ln>
            <a:noFill/>
          </a:ln>
        </p:spPr>
      </p:pic>
      <p:sp>
        <p:nvSpPr>
          <p:cNvPr id="412" name="Google Shape;412;p9"/>
          <p:cNvSpPr txBox="1"/>
          <p:nvPr/>
        </p:nvSpPr>
        <p:spPr>
          <a:xfrm>
            <a:off x="711200" y="204258"/>
            <a:ext cx="10783824" cy="813816"/>
          </a:xfrm>
          <a:prstGeom prst="rect">
            <a:avLst/>
          </a:prstGeom>
          <a:noFill/>
          <a:ln>
            <a:noFill/>
          </a:ln>
        </p:spPr>
        <p:txBody>
          <a:bodyPr anchorCtr="0" anchor="t" bIns="0" lIns="0" spcFirstLastPara="1" rIns="0" wrap="square" tIns="0">
            <a:normAutofit/>
          </a:bodyPr>
          <a:lstStyle/>
          <a:p>
            <a:pPr indent="0" lvl="0" marL="0" marR="0" rtl="0" algn="ctr">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Pilot: </a:t>
            </a:r>
            <a:r>
              <a:rPr b="0" i="0" lang="en-US" sz="2800" u="none" cap="none" strike="noStrike">
                <a:solidFill>
                  <a:schemeClr val="dk1"/>
                </a:solidFill>
                <a:latin typeface="Arial"/>
                <a:ea typeface="Arial"/>
                <a:cs typeface="Arial"/>
                <a:sym typeface="Arial"/>
              </a:rPr>
              <a:t>Multifamily Building in Manhattan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0"/>
          <p:cNvSpPr txBox="1"/>
          <p:nvPr>
            <p:ph type="title"/>
          </p:nvPr>
        </p:nvSpPr>
        <p:spPr>
          <a:xfrm>
            <a:off x="795527" y="365760"/>
            <a:ext cx="5184648" cy="8138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700"/>
              <a:buFont typeface="Arial"/>
              <a:buNone/>
            </a:pPr>
            <a:br>
              <a:rPr lang="en-US"/>
            </a:br>
            <a:endParaRPr/>
          </a:p>
        </p:txBody>
      </p:sp>
      <p:sp>
        <p:nvSpPr>
          <p:cNvPr id="419" name="Google Shape;419;p10"/>
          <p:cNvSpPr txBox="1"/>
          <p:nvPr/>
        </p:nvSpPr>
        <p:spPr>
          <a:xfrm>
            <a:off x="795528" y="365125"/>
            <a:ext cx="10597896" cy="813816"/>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Building-specific needs were also examined and used to guide our initial research</a:t>
            </a:r>
            <a:endParaRPr/>
          </a:p>
        </p:txBody>
      </p:sp>
      <p:sp>
        <p:nvSpPr>
          <p:cNvPr id="420" name="Google Shape;420;p10"/>
          <p:cNvSpPr txBox="1"/>
          <p:nvPr>
            <p:ph idx="1" type="body"/>
          </p:nvPr>
        </p:nvSpPr>
        <p:spPr>
          <a:xfrm>
            <a:off x="795527" y="1437466"/>
            <a:ext cx="4990327" cy="4995989"/>
          </a:xfrm>
          <a:prstGeom prst="rect">
            <a:avLst/>
          </a:prstGeom>
          <a:noFill/>
          <a:ln>
            <a:noFill/>
          </a:ln>
        </p:spPr>
        <p:txBody>
          <a:bodyPr anchorCtr="0" anchor="t" bIns="0" lIns="0" spcFirstLastPara="1" rIns="0" wrap="square" tIns="0">
            <a:normAutofit fontScale="92500"/>
          </a:bodyPr>
          <a:lstStyle/>
          <a:p>
            <a:pPr indent="-171449" lvl="0" marL="342900" rtl="0" algn="l">
              <a:lnSpc>
                <a:spcPct val="90000"/>
              </a:lnSpc>
              <a:spcBef>
                <a:spcPts val="0"/>
              </a:spcBef>
              <a:spcAft>
                <a:spcPts val="0"/>
              </a:spcAft>
              <a:buClr>
                <a:schemeClr val="dk1"/>
              </a:buClr>
              <a:buSzPct val="97297"/>
              <a:buFont typeface="Arial"/>
              <a:buChar char="•"/>
            </a:pPr>
            <a:r>
              <a:rPr b="1" lang="en-US"/>
              <a:t>Need</a:t>
            </a:r>
            <a:r>
              <a:rPr lang="en-US"/>
              <a:t>: Evaluate the pilot building’s finances and budget for energy efficiency upgrades. </a:t>
            </a:r>
            <a:endParaRPr/>
          </a:p>
          <a:p>
            <a:pPr indent="-227012" lvl="1" marL="573088" rtl="0" algn="l">
              <a:lnSpc>
                <a:spcPct val="90000"/>
              </a:lnSpc>
              <a:spcBef>
                <a:spcPts val="500"/>
              </a:spcBef>
              <a:spcAft>
                <a:spcPts val="0"/>
              </a:spcAft>
              <a:buClr>
                <a:schemeClr val="lt2"/>
              </a:buClr>
              <a:buSzPct val="97297"/>
              <a:buFont typeface="Courier New"/>
              <a:buChar char="o"/>
            </a:pPr>
            <a:r>
              <a:rPr b="1" lang="en-US"/>
              <a:t>Research Question: </a:t>
            </a:r>
            <a:r>
              <a:rPr lang="en-US"/>
              <a:t>What are the biggest expense categories, and where might there be opportunities to reduce costs?</a:t>
            </a:r>
            <a:endParaRPr/>
          </a:p>
          <a:p>
            <a:pPr indent="0" lvl="0" marL="171450" rtl="0" algn="l">
              <a:lnSpc>
                <a:spcPct val="90000"/>
              </a:lnSpc>
              <a:spcBef>
                <a:spcPts val="1000"/>
              </a:spcBef>
              <a:spcAft>
                <a:spcPts val="0"/>
              </a:spcAft>
              <a:buClr>
                <a:schemeClr val="dk1"/>
              </a:buClr>
              <a:buSzPct val="100000"/>
              <a:buFont typeface="Arial"/>
              <a:buNone/>
            </a:pPr>
            <a:r>
              <a:t/>
            </a:r>
            <a:endParaRPr b="1"/>
          </a:p>
          <a:p>
            <a:pPr indent="-171449" lvl="0" marL="342900" rtl="0" algn="l">
              <a:lnSpc>
                <a:spcPct val="90000"/>
              </a:lnSpc>
              <a:spcBef>
                <a:spcPts val="1000"/>
              </a:spcBef>
              <a:spcAft>
                <a:spcPts val="0"/>
              </a:spcAft>
              <a:buClr>
                <a:schemeClr val="dk1"/>
              </a:buClr>
              <a:buSzPct val="97297"/>
              <a:buFont typeface="Arial"/>
              <a:buChar char="•"/>
            </a:pPr>
            <a:r>
              <a:rPr b="1" lang="en-US"/>
              <a:t>Need</a:t>
            </a:r>
            <a:r>
              <a:rPr lang="en-US"/>
              <a:t>: Improve understanding of the building’s energy consumption and opportunities to lower cost of utilities and LL97 penalties.</a:t>
            </a:r>
            <a:endParaRPr/>
          </a:p>
          <a:p>
            <a:pPr indent="-228600" lvl="1" marL="574675" rtl="0" algn="l">
              <a:lnSpc>
                <a:spcPct val="90000"/>
              </a:lnSpc>
              <a:spcBef>
                <a:spcPts val="500"/>
              </a:spcBef>
              <a:spcAft>
                <a:spcPts val="0"/>
              </a:spcAft>
              <a:buClr>
                <a:schemeClr val="lt2"/>
              </a:buClr>
              <a:buSzPct val="97297"/>
              <a:buFont typeface="Courier New"/>
              <a:buChar char="o"/>
            </a:pPr>
            <a:r>
              <a:rPr b="1" lang="en-US"/>
              <a:t>Research Question</a:t>
            </a:r>
            <a:r>
              <a:rPr lang="en-US"/>
              <a:t>: How might we define a target reduction of energy consumption for the building?</a:t>
            </a:r>
            <a:endParaRPr/>
          </a:p>
          <a:p>
            <a:pPr indent="-62801" lvl="1" marL="571500" rtl="0" algn="l">
              <a:lnSpc>
                <a:spcPct val="90000"/>
              </a:lnSpc>
              <a:spcBef>
                <a:spcPts val="500"/>
              </a:spcBef>
              <a:spcAft>
                <a:spcPts val="0"/>
              </a:spcAft>
              <a:buClr>
                <a:schemeClr val="lt2"/>
              </a:buClr>
              <a:buSzPct val="100000"/>
              <a:buNone/>
            </a:pPr>
            <a:r>
              <a:t/>
            </a:r>
            <a:endParaRPr/>
          </a:p>
          <a:p>
            <a:pPr indent="-171449" lvl="0" marL="342900" rtl="0" algn="l">
              <a:lnSpc>
                <a:spcPct val="90000"/>
              </a:lnSpc>
              <a:spcBef>
                <a:spcPts val="1000"/>
              </a:spcBef>
              <a:spcAft>
                <a:spcPts val="0"/>
              </a:spcAft>
              <a:buClr>
                <a:schemeClr val="dk1"/>
              </a:buClr>
              <a:buSzPct val="97297"/>
              <a:buFont typeface="Arial"/>
              <a:buChar char="•"/>
            </a:pPr>
            <a:r>
              <a:rPr b="1" lang="en-US"/>
              <a:t>Need</a:t>
            </a:r>
            <a:r>
              <a:rPr lang="en-US"/>
              <a:t>: Complete renovation of aging building roof and façade while staying on-budget.</a:t>
            </a:r>
            <a:endParaRPr/>
          </a:p>
          <a:p>
            <a:pPr indent="-228600" lvl="1" marL="574675" rtl="0" algn="l">
              <a:lnSpc>
                <a:spcPct val="90000"/>
              </a:lnSpc>
              <a:spcBef>
                <a:spcPts val="500"/>
              </a:spcBef>
              <a:spcAft>
                <a:spcPts val="0"/>
              </a:spcAft>
              <a:buClr>
                <a:schemeClr val="lt2"/>
              </a:buClr>
              <a:buSzPct val="97297"/>
              <a:buFont typeface="Courier New"/>
              <a:buChar char="o"/>
            </a:pPr>
            <a:r>
              <a:rPr b="1" lang="en-US"/>
              <a:t>Research Question: </a:t>
            </a:r>
            <a:r>
              <a:rPr lang="en-US"/>
              <a:t>How might we incorporate energy efficiency improvements into these existing projects?</a:t>
            </a:r>
            <a:endParaRPr/>
          </a:p>
          <a:p>
            <a:pPr indent="-119951" lvl="1" marL="574675" rtl="0" algn="l">
              <a:lnSpc>
                <a:spcPct val="90000"/>
              </a:lnSpc>
              <a:spcBef>
                <a:spcPts val="500"/>
              </a:spcBef>
              <a:spcAft>
                <a:spcPts val="0"/>
              </a:spcAft>
              <a:buClr>
                <a:schemeClr val="lt2"/>
              </a:buClr>
              <a:buSzPct val="100000"/>
              <a:buFont typeface="Courier New"/>
              <a:buNone/>
            </a:pPr>
            <a:r>
              <a:t/>
            </a:r>
            <a:endParaRPr/>
          </a:p>
        </p:txBody>
      </p:sp>
      <p:pic>
        <p:nvPicPr>
          <p:cNvPr id="421" name="Google Shape;421;p10"/>
          <p:cNvPicPr preferRelativeResize="0"/>
          <p:nvPr/>
        </p:nvPicPr>
        <p:blipFill rotWithShape="1">
          <a:blip r:embed="rId3">
            <a:alphaModFix/>
          </a:blip>
          <a:srcRect b="0" l="0" r="0" t="8097"/>
          <a:stretch/>
        </p:blipFill>
        <p:spPr>
          <a:xfrm>
            <a:off x="6862290" y="3807164"/>
            <a:ext cx="3895728" cy="2685711"/>
          </a:xfrm>
          <a:prstGeom prst="rect">
            <a:avLst/>
          </a:prstGeom>
          <a:noFill/>
          <a:ln>
            <a:noFill/>
          </a:ln>
        </p:spPr>
      </p:pic>
      <p:grpSp>
        <p:nvGrpSpPr>
          <p:cNvPr id="422" name="Google Shape;422;p10"/>
          <p:cNvGrpSpPr/>
          <p:nvPr/>
        </p:nvGrpSpPr>
        <p:grpSpPr>
          <a:xfrm>
            <a:off x="6905248" y="1056889"/>
            <a:ext cx="3895728" cy="2443982"/>
            <a:chOff x="6905248" y="1056889"/>
            <a:chExt cx="3895728" cy="2443982"/>
          </a:xfrm>
        </p:grpSpPr>
        <p:pic>
          <p:nvPicPr>
            <p:cNvPr id="423" name="Google Shape;423;p10"/>
            <p:cNvPicPr preferRelativeResize="0"/>
            <p:nvPr/>
          </p:nvPicPr>
          <p:blipFill rotWithShape="1">
            <a:blip r:embed="rId4">
              <a:alphaModFix/>
            </a:blip>
            <a:srcRect b="0" l="27137" r="0" t="17273"/>
            <a:stretch/>
          </p:blipFill>
          <p:spPr>
            <a:xfrm>
              <a:off x="6905248" y="1056889"/>
              <a:ext cx="3895728" cy="2173858"/>
            </a:xfrm>
            <a:prstGeom prst="rect">
              <a:avLst/>
            </a:prstGeom>
            <a:noFill/>
            <a:ln>
              <a:noFill/>
            </a:ln>
          </p:spPr>
        </p:pic>
        <p:sp>
          <p:nvSpPr>
            <p:cNvPr id="424" name="Google Shape;424;p10"/>
            <p:cNvSpPr txBox="1"/>
            <p:nvPr/>
          </p:nvSpPr>
          <p:spPr>
            <a:xfrm>
              <a:off x="6980003" y="3285427"/>
              <a:ext cx="3746218"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sng" cap="none" strike="noStrike">
                  <a:solidFill>
                    <a:schemeClr val="lt2"/>
                  </a:solidFill>
                  <a:latin typeface="Arial"/>
                  <a:ea typeface="Arial"/>
                  <a:cs typeface="Arial"/>
                  <a:sym typeface="Arial"/>
                  <a:hlinkClick r:id="rId5">
                    <a:extLst>
                      <a:ext uri="{A12FA001-AC4F-418D-AE19-62706E023703}">
                        <ahyp:hlinkClr val="tx"/>
                      </a:ext>
                    </a:extLst>
                  </a:hlinkClick>
                </a:rPr>
                <a:t>BE-Ex NYC LL97 Carbon Emissions Calculator</a:t>
              </a:r>
              <a:endParaRPr b="0" i="0" sz="1400" u="sng" cap="none" strike="noStrike">
                <a:solidFill>
                  <a:schemeClr val="lt2"/>
                </a:solidFill>
                <a:latin typeface="Arial"/>
                <a:ea typeface="Arial"/>
                <a:cs typeface="Arial"/>
                <a:sym typeface="Arial"/>
              </a:endParaRPr>
            </a:p>
          </p:txBody>
        </p:sp>
      </p:grpSp>
      <p:sp>
        <p:nvSpPr>
          <p:cNvPr id="425" name="Google Shape;425;p10"/>
          <p:cNvSpPr txBox="1"/>
          <p:nvPr/>
        </p:nvSpPr>
        <p:spPr>
          <a:xfrm>
            <a:off x="7617998" y="6583724"/>
            <a:ext cx="2470228" cy="21544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u="none" cap="none" strike="noStrike">
                <a:solidFill>
                  <a:schemeClr val="lt2"/>
                </a:solidFill>
                <a:latin typeface="Arial"/>
                <a:ea typeface="Arial"/>
                <a:cs typeface="Arial"/>
                <a:sym typeface="Arial"/>
              </a:rPr>
              <a:t>Aging Rooftop of Pilot Building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1"/>
          <p:cNvSpPr txBox="1"/>
          <p:nvPr>
            <p:ph type="title"/>
          </p:nvPr>
        </p:nvSpPr>
        <p:spPr>
          <a:xfrm>
            <a:off x="759662" y="199621"/>
            <a:ext cx="10597896" cy="702473"/>
          </a:xfrm>
          <a:prstGeom prst="rect">
            <a:avLst/>
          </a:prstGeom>
          <a:noFill/>
          <a:ln>
            <a:noFill/>
          </a:ln>
        </p:spPr>
        <p:txBody>
          <a:bodyPr anchorCtr="0" anchor="ctr" bIns="0" lIns="0" spcFirstLastPara="1" rIns="0" wrap="square" tIns="0">
            <a:normAutofit fontScale="90000"/>
          </a:bodyPr>
          <a:lstStyle/>
          <a:p>
            <a:pPr indent="0" lvl="0" marL="171450" rtl="0" algn="l">
              <a:lnSpc>
                <a:spcPct val="90000"/>
              </a:lnSpc>
              <a:spcBef>
                <a:spcPts val="0"/>
              </a:spcBef>
              <a:spcAft>
                <a:spcPts val="0"/>
              </a:spcAft>
              <a:buClr>
                <a:schemeClr val="dk1"/>
              </a:buClr>
              <a:buSzPct val="100000"/>
              <a:buFont typeface="Arial"/>
              <a:buNone/>
            </a:pPr>
            <a:r>
              <a:rPr lang="en-US" sz="2800"/>
              <a:t>Several savings targets were identified through an evaluation of building finances</a:t>
            </a:r>
            <a:endParaRPr/>
          </a:p>
        </p:txBody>
      </p:sp>
      <p:sp>
        <p:nvSpPr>
          <p:cNvPr id="432" name="Google Shape;432;p11"/>
          <p:cNvSpPr txBox="1"/>
          <p:nvPr>
            <p:ph idx="2" type="body"/>
          </p:nvPr>
        </p:nvSpPr>
        <p:spPr>
          <a:xfrm>
            <a:off x="759662" y="994266"/>
            <a:ext cx="7195943" cy="5672137"/>
          </a:xfrm>
          <a:prstGeom prst="rect">
            <a:avLst/>
          </a:prstGeom>
          <a:noFill/>
          <a:ln>
            <a:noFill/>
          </a:ln>
        </p:spPr>
        <p:txBody>
          <a:bodyPr anchorCtr="0" anchor="t" bIns="0" lIns="0" spcFirstLastPara="1" rIns="0" wrap="square" tIns="0">
            <a:noAutofit/>
          </a:bodyPr>
          <a:lstStyle/>
          <a:p>
            <a:pPr indent="0" lvl="1" marL="171450" rtl="0" algn="l">
              <a:lnSpc>
                <a:spcPct val="90000"/>
              </a:lnSpc>
              <a:spcBef>
                <a:spcPts val="0"/>
              </a:spcBef>
              <a:spcAft>
                <a:spcPts val="0"/>
              </a:spcAft>
              <a:buClr>
                <a:srgbClr val="000000"/>
              </a:buClr>
              <a:buSzPts val="1600"/>
              <a:buNone/>
            </a:pPr>
            <a:r>
              <a:rPr b="1" i="0" lang="en-US" sz="1600">
                <a:solidFill>
                  <a:srgbClr val="000000"/>
                </a:solidFill>
                <a:highlight>
                  <a:srgbClr val="FFFFFF"/>
                </a:highlight>
              </a:rPr>
              <a:t>Analysis</a:t>
            </a:r>
            <a:endParaRPr sz="1600">
              <a:solidFill>
                <a:schemeClr val="dk2"/>
              </a:solidFill>
            </a:endParaRPr>
          </a:p>
          <a:p>
            <a:pPr indent="-171450" lvl="1" marL="342900" rtl="0" algn="l">
              <a:lnSpc>
                <a:spcPct val="90000"/>
              </a:lnSpc>
              <a:spcBef>
                <a:spcPts val="500"/>
              </a:spcBef>
              <a:spcAft>
                <a:spcPts val="0"/>
              </a:spcAft>
              <a:buClr>
                <a:schemeClr val="dk2"/>
              </a:buClr>
              <a:buSzPts val="1600"/>
              <a:buChar char="•"/>
            </a:pPr>
            <a:r>
              <a:rPr lang="en-US" sz="1600">
                <a:solidFill>
                  <a:schemeClr val="dk2"/>
                </a:solidFill>
              </a:rPr>
              <a:t>Reviewed building’s actual expenditures from 2021 – 2023 financial statements to identify potential cost savings </a:t>
            </a:r>
            <a:endParaRPr/>
          </a:p>
          <a:p>
            <a:pPr indent="-69850" lvl="1" marL="342900" rtl="0" algn="l">
              <a:lnSpc>
                <a:spcPct val="90000"/>
              </a:lnSpc>
              <a:spcBef>
                <a:spcPts val="500"/>
              </a:spcBef>
              <a:spcAft>
                <a:spcPts val="0"/>
              </a:spcAft>
              <a:buClr>
                <a:schemeClr val="lt2"/>
              </a:buClr>
              <a:buSzPts val="1600"/>
              <a:buNone/>
            </a:pPr>
            <a:r>
              <a:t/>
            </a:r>
            <a:endParaRPr sz="1600">
              <a:solidFill>
                <a:schemeClr val="dk2"/>
              </a:solidFill>
            </a:endParaRPr>
          </a:p>
          <a:p>
            <a:pPr indent="0" lvl="1" marL="171450" rtl="0" algn="l">
              <a:lnSpc>
                <a:spcPct val="90000"/>
              </a:lnSpc>
              <a:spcBef>
                <a:spcPts val="500"/>
              </a:spcBef>
              <a:spcAft>
                <a:spcPts val="0"/>
              </a:spcAft>
              <a:buClr>
                <a:srgbClr val="000000"/>
              </a:buClr>
              <a:buSzPts val="1600"/>
              <a:buNone/>
            </a:pPr>
            <a:r>
              <a:rPr b="1" i="0" lang="en-US" sz="1600">
                <a:solidFill>
                  <a:srgbClr val="000000"/>
                </a:solidFill>
                <a:highlight>
                  <a:srgbClr val="FFFFFF"/>
                </a:highlight>
              </a:rPr>
              <a:t>Findings</a:t>
            </a:r>
            <a:endParaRPr sz="1600">
              <a:solidFill>
                <a:schemeClr val="dk2"/>
              </a:solidFill>
            </a:endParaRPr>
          </a:p>
          <a:p>
            <a:pPr indent="-171450" lvl="1" marL="342900" rtl="0" algn="l">
              <a:lnSpc>
                <a:spcPct val="90000"/>
              </a:lnSpc>
              <a:spcBef>
                <a:spcPts val="500"/>
              </a:spcBef>
              <a:spcAft>
                <a:spcPts val="0"/>
              </a:spcAft>
              <a:buClr>
                <a:srgbClr val="222222"/>
              </a:buClr>
              <a:buSzPts val="1600"/>
              <a:buChar char="•"/>
            </a:pPr>
            <a:r>
              <a:rPr lang="en-US" sz="1600">
                <a:solidFill>
                  <a:srgbClr val="222222"/>
                </a:solidFill>
                <a:highlight>
                  <a:srgbClr val="FFFFFF"/>
                </a:highlight>
              </a:rPr>
              <a:t>Average total expenses from 2021 – 2023 were about $225k</a:t>
            </a:r>
            <a:endParaRPr/>
          </a:p>
          <a:p>
            <a:pPr indent="-171450" lvl="1" marL="342900" rtl="0" algn="l">
              <a:lnSpc>
                <a:spcPct val="90000"/>
              </a:lnSpc>
              <a:spcBef>
                <a:spcPts val="500"/>
              </a:spcBef>
              <a:spcAft>
                <a:spcPts val="0"/>
              </a:spcAft>
              <a:buClr>
                <a:srgbClr val="222222"/>
              </a:buClr>
              <a:buSzPts val="1600"/>
              <a:buChar char="•"/>
            </a:pPr>
            <a:r>
              <a:rPr lang="en-US" sz="1600">
                <a:solidFill>
                  <a:srgbClr val="222222"/>
                </a:solidFill>
                <a:highlight>
                  <a:srgbClr val="FFFFFF"/>
                </a:highlight>
              </a:rPr>
              <a:t>Average grand profit was ~$78k</a:t>
            </a:r>
            <a:endParaRPr/>
          </a:p>
          <a:p>
            <a:pPr indent="-171450" lvl="1" marL="342900" rtl="0" algn="l">
              <a:lnSpc>
                <a:spcPct val="90000"/>
              </a:lnSpc>
              <a:spcBef>
                <a:spcPts val="500"/>
              </a:spcBef>
              <a:spcAft>
                <a:spcPts val="0"/>
              </a:spcAft>
              <a:buClr>
                <a:srgbClr val="222222"/>
              </a:buClr>
              <a:buSzPts val="1600"/>
              <a:buChar char="•"/>
            </a:pPr>
            <a:r>
              <a:rPr lang="en-US" sz="1600">
                <a:solidFill>
                  <a:srgbClr val="222222"/>
                </a:solidFill>
                <a:highlight>
                  <a:srgbClr val="FFFFFF"/>
                </a:highlight>
              </a:rPr>
              <a:t>Utilities were the biggest expense category, at about $71k (~33% of total).</a:t>
            </a:r>
            <a:endParaRPr/>
          </a:p>
          <a:p>
            <a:pPr indent="-228600" lvl="2" marL="571500" rtl="0" algn="l">
              <a:lnSpc>
                <a:spcPct val="90000"/>
              </a:lnSpc>
              <a:spcBef>
                <a:spcPts val="500"/>
              </a:spcBef>
              <a:spcAft>
                <a:spcPts val="0"/>
              </a:spcAft>
              <a:buClr>
                <a:srgbClr val="222222"/>
              </a:buClr>
              <a:buSzPts val="1600"/>
              <a:buChar char="‒"/>
            </a:pPr>
            <a:r>
              <a:rPr lang="en-US">
                <a:solidFill>
                  <a:srgbClr val="222222"/>
                </a:solidFill>
                <a:highlight>
                  <a:srgbClr val="FFFFFF"/>
                </a:highlight>
              </a:rPr>
              <a:t>About $32k (46%) was for </a:t>
            </a:r>
            <a:r>
              <a:rPr b="1" lang="en-US">
                <a:solidFill>
                  <a:srgbClr val="222222"/>
                </a:solidFill>
                <a:highlight>
                  <a:srgbClr val="FFFFFF"/>
                </a:highlight>
              </a:rPr>
              <a:t>gas</a:t>
            </a:r>
            <a:endParaRPr/>
          </a:p>
          <a:p>
            <a:pPr indent="-228600" lvl="2" marL="571500" rtl="0" algn="l">
              <a:lnSpc>
                <a:spcPct val="90000"/>
              </a:lnSpc>
              <a:spcBef>
                <a:spcPts val="500"/>
              </a:spcBef>
              <a:spcAft>
                <a:spcPts val="0"/>
              </a:spcAft>
              <a:buClr>
                <a:srgbClr val="222222"/>
              </a:buClr>
              <a:buSzPts val="1600"/>
              <a:buChar char="‒"/>
            </a:pPr>
            <a:r>
              <a:rPr lang="en-US">
                <a:solidFill>
                  <a:srgbClr val="222222"/>
                </a:solidFill>
                <a:highlight>
                  <a:srgbClr val="FFFFFF"/>
                </a:highlight>
              </a:rPr>
              <a:t>About $20k (29%) was for </a:t>
            </a:r>
            <a:r>
              <a:rPr b="1" lang="en-US">
                <a:solidFill>
                  <a:srgbClr val="222222"/>
                </a:solidFill>
                <a:highlight>
                  <a:srgbClr val="FFFFFF"/>
                </a:highlight>
              </a:rPr>
              <a:t>electricity</a:t>
            </a:r>
            <a:endParaRPr b="1">
              <a:solidFill>
                <a:srgbClr val="222222"/>
              </a:solidFill>
              <a:highlight>
                <a:srgbClr val="FFFFFF"/>
              </a:highlight>
            </a:endParaRPr>
          </a:p>
          <a:p>
            <a:pPr indent="-228600" lvl="2" marL="571500" rtl="0" algn="l">
              <a:lnSpc>
                <a:spcPct val="90000"/>
              </a:lnSpc>
              <a:spcBef>
                <a:spcPts val="500"/>
              </a:spcBef>
              <a:spcAft>
                <a:spcPts val="0"/>
              </a:spcAft>
              <a:buClr>
                <a:srgbClr val="222222"/>
              </a:buClr>
              <a:buSzPts val="1600"/>
              <a:buChar char="‒"/>
            </a:pPr>
            <a:r>
              <a:rPr lang="en-US">
                <a:solidFill>
                  <a:srgbClr val="222222"/>
                </a:solidFill>
                <a:highlight>
                  <a:srgbClr val="FFFFFF"/>
                </a:highlight>
              </a:rPr>
              <a:t>About $18k (25%) was for </a:t>
            </a:r>
            <a:r>
              <a:rPr b="1" lang="en-US">
                <a:solidFill>
                  <a:srgbClr val="222222"/>
                </a:solidFill>
                <a:highlight>
                  <a:srgbClr val="FFFFFF"/>
                </a:highlight>
              </a:rPr>
              <a:t>water/sewer</a:t>
            </a:r>
            <a:endParaRPr b="1">
              <a:solidFill>
                <a:srgbClr val="222222"/>
              </a:solidFill>
              <a:highlight>
                <a:srgbClr val="FFFFFF"/>
              </a:highlight>
            </a:endParaRPr>
          </a:p>
          <a:p>
            <a:pPr indent="-171450" lvl="1" marL="342900" rtl="0" algn="l">
              <a:lnSpc>
                <a:spcPct val="90000"/>
              </a:lnSpc>
              <a:spcBef>
                <a:spcPts val="500"/>
              </a:spcBef>
              <a:spcAft>
                <a:spcPts val="0"/>
              </a:spcAft>
              <a:buClr>
                <a:srgbClr val="222222"/>
              </a:buClr>
              <a:buSzPts val="1600"/>
              <a:buChar char="•"/>
            </a:pPr>
            <a:r>
              <a:rPr lang="en-US" sz="1600">
                <a:solidFill>
                  <a:srgbClr val="222222"/>
                </a:solidFill>
                <a:highlight>
                  <a:srgbClr val="FFFFFF"/>
                </a:highlight>
              </a:rPr>
              <a:t>Additional savings might be found in top-ranked expense subcategories</a:t>
            </a:r>
            <a:endParaRPr/>
          </a:p>
          <a:p>
            <a:pPr indent="-69850" lvl="1" marL="342900" rtl="0" algn="l">
              <a:lnSpc>
                <a:spcPct val="90000"/>
              </a:lnSpc>
              <a:spcBef>
                <a:spcPts val="500"/>
              </a:spcBef>
              <a:spcAft>
                <a:spcPts val="0"/>
              </a:spcAft>
              <a:buClr>
                <a:schemeClr val="lt2"/>
              </a:buClr>
              <a:buSzPts val="1600"/>
              <a:buNone/>
            </a:pPr>
            <a:r>
              <a:t/>
            </a:r>
            <a:endParaRPr sz="1600">
              <a:solidFill>
                <a:srgbClr val="222222"/>
              </a:solidFill>
              <a:highlight>
                <a:srgbClr val="FFFFFF"/>
              </a:highlight>
            </a:endParaRPr>
          </a:p>
          <a:p>
            <a:pPr indent="0" lvl="1" marL="171450" rtl="0" algn="l">
              <a:lnSpc>
                <a:spcPct val="90000"/>
              </a:lnSpc>
              <a:spcBef>
                <a:spcPts val="500"/>
              </a:spcBef>
              <a:spcAft>
                <a:spcPts val="0"/>
              </a:spcAft>
              <a:buClr>
                <a:srgbClr val="222222"/>
              </a:buClr>
              <a:buSzPts val="1600"/>
              <a:buNone/>
            </a:pPr>
            <a:r>
              <a:rPr b="1" lang="en-US" sz="1600">
                <a:solidFill>
                  <a:srgbClr val="222222"/>
                </a:solidFill>
                <a:highlight>
                  <a:srgbClr val="FFFFFF"/>
                </a:highlight>
              </a:rPr>
              <a:t>Recommendations</a:t>
            </a:r>
            <a:endParaRPr/>
          </a:p>
          <a:p>
            <a:pPr indent="-171450" lvl="1" marL="342900" rtl="0" algn="l">
              <a:lnSpc>
                <a:spcPct val="90000"/>
              </a:lnSpc>
              <a:spcBef>
                <a:spcPts val="500"/>
              </a:spcBef>
              <a:spcAft>
                <a:spcPts val="0"/>
              </a:spcAft>
              <a:buClr>
                <a:srgbClr val="222222"/>
              </a:buClr>
              <a:buSzPts val="1600"/>
              <a:buChar char="•"/>
            </a:pPr>
            <a:r>
              <a:rPr lang="en-US" sz="1600">
                <a:solidFill>
                  <a:srgbClr val="222222"/>
                </a:solidFill>
                <a:highlight>
                  <a:srgbClr val="FFFFFF"/>
                </a:highlight>
              </a:rPr>
              <a:t>Request </a:t>
            </a:r>
            <a:r>
              <a:rPr b="1" lang="en-US" sz="1600">
                <a:solidFill>
                  <a:srgbClr val="222222"/>
                </a:solidFill>
                <a:highlight>
                  <a:srgbClr val="FFFFFF"/>
                </a:highlight>
              </a:rPr>
              <a:t>additional information</a:t>
            </a:r>
            <a:r>
              <a:rPr lang="en-US" sz="1600">
                <a:solidFill>
                  <a:srgbClr val="222222"/>
                </a:solidFill>
                <a:highlight>
                  <a:srgbClr val="FFFFFF"/>
                </a:highlight>
              </a:rPr>
              <a:t> from management company about sources of spending in each category/subcategory.</a:t>
            </a:r>
            <a:endParaRPr/>
          </a:p>
          <a:p>
            <a:pPr indent="-171450" lvl="1" marL="342900" rtl="0" algn="l">
              <a:lnSpc>
                <a:spcPct val="90000"/>
              </a:lnSpc>
              <a:spcBef>
                <a:spcPts val="500"/>
              </a:spcBef>
              <a:spcAft>
                <a:spcPts val="0"/>
              </a:spcAft>
              <a:buClr>
                <a:srgbClr val="222222"/>
              </a:buClr>
              <a:buSzPts val="1600"/>
              <a:buChar char="•"/>
            </a:pPr>
            <a:r>
              <a:rPr lang="en-US" sz="1600">
                <a:solidFill>
                  <a:srgbClr val="222222"/>
                </a:solidFill>
                <a:highlight>
                  <a:srgbClr val="FFFFFF"/>
                </a:highlight>
              </a:rPr>
              <a:t>Seek </a:t>
            </a:r>
            <a:r>
              <a:rPr b="1" lang="en-US" sz="1600">
                <a:solidFill>
                  <a:srgbClr val="222222"/>
                </a:solidFill>
                <a:highlight>
                  <a:srgbClr val="FFFFFF"/>
                </a:highlight>
              </a:rPr>
              <a:t>competitive pricing </a:t>
            </a:r>
            <a:r>
              <a:rPr lang="en-US" sz="1600">
                <a:solidFill>
                  <a:srgbClr val="222222"/>
                </a:solidFill>
                <a:highlight>
                  <a:srgbClr val="FFFFFF"/>
                </a:highlight>
              </a:rPr>
              <a:t>for alternative service providers.</a:t>
            </a:r>
            <a:endParaRPr/>
          </a:p>
          <a:p>
            <a:pPr indent="-69850" lvl="1" marL="342900" rtl="0" algn="l">
              <a:lnSpc>
                <a:spcPct val="90000"/>
              </a:lnSpc>
              <a:spcBef>
                <a:spcPts val="500"/>
              </a:spcBef>
              <a:spcAft>
                <a:spcPts val="0"/>
              </a:spcAft>
              <a:buClr>
                <a:schemeClr val="lt2"/>
              </a:buClr>
              <a:buSzPts val="1600"/>
              <a:buNone/>
            </a:pPr>
            <a:r>
              <a:t/>
            </a:r>
            <a:endParaRPr sz="1600">
              <a:solidFill>
                <a:srgbClr val="222222"/>
              </a:solidFill>
              <a:highlight>
                <a:srgbClr val="FFFFFF"/>
              </a:highlight>
            </a:endParaRPr>
          </a:p>
          <a:p>
            <a:pPr indent="0" lvl="1" marL="171450" rtl="0" algn="l">
              <a:lnSpc>
                <a:spcPct val="90000"/>
              </a:lnSpc>
              <a:spcBef>
                <a:spcPts val="500"/>
              </a:spcBef>
              <a:spcAft>
                <a:spcPts val="0"/>
              </a:spcAft>
              <a:buClr>
                <a:srgbClr val="222222"/>
              </a:buClr>
              <a:buSzPts val="1600"/>
              <a:buNone/>
            </a:pPr>
            <a:r>
              <a:rPr b="1" lang="en-US" sz="1600">
                <a:solidFill>
                  <a:srgbClr val="222222"/>
                </a:solidFill>
                <a:highlight>
                  <a:srgbClr val="FFFFFF"/>
                </a:highlight>
              </a:rPr>
              <a:t>Benefits</a:t>
            </a:r>
            <a:endParaRPr/>
          </a:p>
          <a:p>
            <a:pPr indent="-171450" lvl="1" marL="342900" rtl="0" algn="l">
              <a:lnSpc>
                <a:spcPct val="90000"/>
              </a:lnSpc>
              <a:spcBef>
                <a:spcPts val="500"/>
              </a:spcBef>
              <a:spcAft>
                <a:spcPts val="0"/>
              </a:spcAft>
              <a:buClr>
                <a:srgbClr val="000000"/>
              </a:buClr>
              <a:buSzPts val="1600"/>
              <a:buChar char="•"/>
            </a:pPr>
            <a:r>
              <a:rPr i="0" lang="en-US" sz="1600">
                <a:solidFill>
                  <a:srgbClr val="000000"/>
                </a:solidFill>
                <a:highlight>
                  <a:srgbClr val="FFFFFF"/>
                </a:highlight>
                <a:latin typeface="Arial"/>
                <a:ea typeface="Arial"/>
                <a:cs typeface="Arial"/>
                <a:sym typeface="Arial"/>
              </a:rPr>
              <a:t>Cost savings could be directed toward more energy efficiency upgrades</a:t>
            </a:r>
            <a:endParaRPr sz="1600">
              <a:solidFill>
                <a:srgbClr val="538D5E"/>
              </a:solidFill>
              <a:highlight>
                <a:srgbClr val="FFFFFF"/>
              </a:highlight>
              <a:latin typeface="Calibri"/>
              <a:ea typeface="Calibri"/>
              <a:cs typeface="Calibri"/>
              <a:sym typeface="Calibri"/>
            </a:endParaRPr>
          </a:p>
        </p:txBody>
      </p:sp>
      <p:sp>
        <p:nvSpPr>
          <p:cNvPr id="433" name="Google Shape;433;p11"/>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graphicFrame>
        <p:nvGraphicFramePr>
          <p:cNvPr id="434" name="Google Shape;434;p11"/>
          <p:cNvGraphicFramePr/>
          <p:nvPr/>
        </p:nvGraphicFramePr>
        <p:xfrm>
          <a:off x="8003487" y="2883130"/>
          <a:ext cx="3484477" cy="2207626"/>
        </p:xfrm>
        <a:graphic>
          <a:graphicData uri="http://schemas.openxmlformats.org/presentationml/2006/ole">
            <mc:AlternateContent>
              <mc:Choice Requires="v">
                <p:oleObj r:id="rId4" imgH="2207626" imgW="3484477" progId="Excel.Sheet.12" spid="_x0000_s1">
                  <p:embed/>
                </p:oleObj>
              </mc:Choice>
              <mc:Fallback>
                <p:oleObj r:id="rId5" imgH="2207626" imgW="3484477" progId="Excel.Sheet.12">
                  <p:embed/>
                  <p:pic>
                    <p:nvPicPr>
                      <p:cNvPr id="434" name="Google Shape;434;p11"/>
                      <p:cNvPicPr preferRelativeResize="0"/>
                      <p:nvPr/>
                    </p:nvPicPr>
                    <p:blipFill rotWithShape="1">
                      <a:blip r:embed="rId6">
                        <a:alphaModFix/>
                      </a:blip>
                      <a:srcRect b="0" l="0" r="0" t="0"/>
                      <a:stretch/>
                    </p:blipFill>
                    <p:spPr>
                      <a:xfrm>
                        <a:off x="8003487" y="2883130"/>
                        <a:ext cx="3484477" cy="2207626"/>
                      </a:xfrm>
                      <a:prstGeom prst="rect">
                        <a:avLst/>
                      </a:prstGeom>
                      <a:noFill/>
                      <a:ln>
                        <a:noFill/>
                      </a:ln>
                    </p:spPr>
                  </p:pic>
                </p:oleObj>
              </mc:Fallback>
            </mc:AlternateContent>
          </a:graphicData>
        </a:graphic>
      </p:graphicFrame>
      <p:graphicFrame>
        <p:nvGraphicFramePr>
          <p:cNvPr id="435" name="Google Shape;435;p11"/>
          <p:cNvGraphicFramePr/>
          <p:nvPr/>
        </p:nvGraphicFramePr>
        <p:xfrm>
          <a:off x="8418577" y="5125555"/>
          <a:ext cx="3000000" cy="3000000"/>
        </p:xfrm>
        <a:graphic>
          <a:graphicData uri="http://schemas.openxmlformats.org/drawingml/2006/table">
            <a:tbl>
              <a:tblPr bandRow="1" firstCol="1" firstRow="1">
                <a:noFill/>
                <a:tableStyleId>{F71DEE1C-2D11-47DB-83C5-6DDFA4E9B708}</a:tableStyleId>
              </a:tblPr>
              <a:tblGrid>
                <a:gridCol w="1692200"/>
                <a:gridCol w="962100"/>
              </a:tblGrid>
              <a:tr h="156650">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710-001 Payroll - Wages</a:t>
                      </a:r>
                      <a:endParaRPr b="0" sz="800" u="none" cap="none" strike="noStrike">
                        <a:solidFill>
                          <a:schemeClr val="dk2"/>
                        </a:solidFill>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$34,189.93</a:t>
                      </a:r>
                      <a:endParaRPr b="0" sz="800" u="none" cap="none" strike="noStrike">
                        <a:solidFill>
                          <a:schemeClr val="dk2"/>
                        </a:solidFill>
                        <a:latin typeface="Calibri"/>
                        <a:ea typeface="Calibri"/>
                        <a:cs typeface="Calibri"/>
                        <a:sym typeface="Calibri"/>
                      </a:endParaRPr>
                    </a:p>
                  </a:txBody>
                  <a:tcPr marT="0" marB="0" marR="49950" marL="49950" anchor="b"/>
                </a:tc>
              </a:tr>
              <a:tr h="153050">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600-003 Gas</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$32,280.85</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r>
              <a:tr h="132250">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800-998 Insurance</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$20,985.37</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r>
              <a:tr h="155500">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600-001 Electricity</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$20,404.83</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r>
              <a:tr h="155500">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705-002 Management Fees</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$18,375.00</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r>
              <a:tr h="155500">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600-006 Water &amp; Sewer</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$17,965.89</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r>
              <a:tr h="155500">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500-001 Elevator Maintenance</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highlight>
                            <a:srgbClr val="FFFF00"/>
                          </a:highlight>
                        </a:rPr>
                        <a:t>$8,519.64</a:t>
                      </a:r>
                      <a:endParaRPr b="0" sz="800" u="none" cap="none" strike="noStrike">
                        <a:solidFill>
                          <a:schemeClr val="dk2"/>
                        </a:solidFill>
                        <a:highlight>
                          <a:srgbClr val="FFFF00"/>
                        </a:highlight>
                        <a:latin typeface="Calibri"/>
                        <a:ea typeface="Calibri"/>
                        <a:cs typeface="Calibri"/>
                        <a:sym typeface="Calibri"/>
                      </a:endParaRPr>
                    </a:p>
                  </a:txBody>
                  <a:tcPr marT="0" marB="0" marR="49950" marL="49950" anchor="b"/>
                </a:tc>
              </a:tr>
              <a:tr h="155500">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510-004 Plumbing Repairs</a:t>
                      </a:r>
                      <a:endParaRPr b="0" sz="800" u="none" cap="none" strike="noStrike">
                        <a:solidFill>
                          <a:schemeClr val="dk2"/>
                        </a:solidFill>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$8,256.73</a:t>
                      </a:r>
                      <a:endParaRPr b="0" sz="800" u="none" cap="none" strike="noStrike">
                        <a:solidFill>
                          <a:schemeClr val="dk2"/>
                        </a:solidFill>
                        <a:latin typeface="Calibri"/>
                        <a:ea typeface="Calibri"/>
                        <a:cs typeface="Calibri"/>
                        <a:sym typeface="Calibri"/>
                      </a:endParaRPr>
                    </a:p>
                  </a:txBody>
                  <a:tcPr marT="0" marB="0" marR="49950" marL="49950" anchor="b"/>
                </a:tc>
              </a:tr>
              <a:tr h="155500">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500-005 Exterminator</a:t>
                      </a:r>
                      <a:endParaRPr b="0" sz="800" u="none" cap="none" strike="noStrike">
                        <a:solidFill>
                          <a:schemeClr val="dk2"/>
                        </a:solidFill>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$5,651.33</a:t>
                      </a:r>
                      <a:endParaRPr b="0" sz="800" u="none" cap="none" strike="noStrike">
                        <a:solidFill>
                          <a:schemeClr val="dk2"/>
                        </a:solidFill>
                        <a:latin typeface="Calibri"/>
                        <a:ea typeface="Calibri"/>
                        <a:cs typeface="Calibri"/>
                        <a:sym typeface="Calibri"/>
                      </a:endParaRPr>
                    </a:p>
                  </a:txBody>
                  <a:tcPr marT="0" marB="0" marR="49950" marL="49950" anchor="b"/>
                </a:tc>
              </a:tr>
              <a:tr h="143175">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705-004 Accounting</a:t>
                      </a:r>
                      <a:endParaRPr b="0" sz="800" u="none" cap="none" strike="noStrike">
                        <a:solidFill>
                          <a:schemeClr val="dk2"/>
                        </a:solidFill>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$5,125.00</a:t>
                      </a:r>
                      <a:endParaRPr b="0" sz="800" u="none" cap="none" strike="noStrike">
                        <a:solidFill>
                          <a:schemeClr val="dk2"/>
                        </a:solidFill>
                        <a:latin typeface="Calibri"/>
                        <a:ea typeface="Calibri"/>
                        <a:cs typeface="Calibri"/>
                        <a:sym typeface="Calibri"/>
                      </a:endParaRPr>
                    </a:p>
                  </a:txBody>
                  <a:tcPr marT="0" marB="0" marR="49950" marL="49950" anchor="b"/>
                </a:tc>
              </a:tr>
              <a:tr h="143175">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510-019 Heating/Cooling Sys Rep</a:t>
                      </a:r>
                      <a:endParaRPr b="0" sz="800" u="none" cap="none" strike="noStrike">
                        <a:solidFill>
                          <a:schemeClr val="dk2"/>
                        </a:solidFill>
                        <a:latin typeface="Calibri"/>
                        <a:ea typeface="Calibri"/>
                        <a:cs typeface="Calibri"/>
                        <a:sym typeface="Calibri"/>
                      </a:endParaRPr>
                    </a:p>
                  </a:txBody>
                  <a:tcPr marT="0" marB="0" marR="49950" marL="49950" anchor="b"/>
                </a:tc>
                <a:tc>
                  <a:txBody>
                    <a:bodyPr/>
                    <a:lstStyle/>
                    <a:p>
                      <a:pPr indent="0" lvl="0" marL="0" marR="0" rtl="0" algn="l">
                        <a:lnSpc>
                          <a:spcPct val="107000"/>
                        </a:lnSpc>
                        <a:spcBef>
                          <a:spcPts val="0"/>
                        </a:spcBef>
                        <a:spcAft>
                          <a:spcPts val="0"/>
                        </a:spcAft>
                        <a:buNone/>
                      </a:pPr>
                      <a:r>
                        <a:rPr b="0" lang="en-US" sz="800" u="none" cap="none" strike="noStrike">
                          <a:solidFill>
                            <a:schemeClr val="dk2"/>
                          </a:solidFill>
                        </a:rPr>
                        <a:t>$5,003.85</a:t>
                      </a:r>
                      <a:endParaRPr b="0" sz="800" u="none" cap="none" strike="noStrike">
                        <a:solidFill>
                          <a:schemeClr val="dk2"/>
                        </a:solidFill>
                        <a:latin typeface="Calibri"/>
                        <a:ea typeface="Calibri"/>
                        <a:cs typeface="Calibri"/>
                        <a:sym typeface="Calibri"/>
                      </a:endParaRPr>
                    </a:p>
                  </a:txBody>
                  <a:tcPr marT="0" marB="0" marR="49950" marL="49950" anchor="b"/>
                </a:tc>
              </a:tr>
            </a:tbl>
          </a:graphicData>
        </a:graphic>
      </p:graphicFrame>
      <p:graphicFrame>
        <p:nvGraphicFramePr>
          <p:cNvPr id="436" name="Google Shape;436;p11"/>
          <p:cNvGraphicFramePr/>
          <p:nvPr/>
        </p:nvGraphicFramePr>
        <p:xfrm>
          <a:off x="8031577" y="769266"/>
          <a:ext cx="3428298" cy="2079066"/>
        </p:xfrm>
        <a:graphic>
          <a:graphicData uri="http://schemas.openxmlformats.org/presentationml/2006/ole">
            <mc:AlternateContent>
              <mc:Choice Requires="v">
                <p:oleObj r:id="rId7" imgH="2079066" imgW="3428298" progId="Excel.Sheet.12" spid="_x0000_s2">
                  <p:embed/>
                </p:oleObj>
              </mc:Choice>
              <mc:Fallback>
                <p:oleObj r:id="rId8" imgH="2079066" imgW="3428298" progId="Excel.Sheet.12">
                  <p:embed/>
                  <p:pic>
                    <p:nvPicPr>
                      <p:cNvPr id="436" name="Google Shape;436;p11"/>
                      <p:cNvPicPr preferRelativeResize="0"/>
                      <p:nvPr/>
                    </p:nvPicPr>
                    <p:blipFill rotWithShape="1">
                      <a:blip r:embed="rId9">
                        <a:alphaModFix/>
                      </a:blip>
                      <a:srcRect b="0" l="0" r="0" t="0"/>
                      <a:stretch/>
                    </p:blipFill>
                    <p:spPr>
                      <a:xfrm>
                        <a:off x="8031577" y="769266"/>
                        <a:ext cx="3428298" cy="2079066"/>
                      </a:xfrm>
                      <a:prstGeom prst="rect">
                        <a:avLst/>
                      </a:prstGeom>
                      <a:noFill/>
                      <a:ln>
                        <a:noFill/>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2"/>
          <p:cNvSpPr txBox="1"/>
          <p:nvPr>
            <p:ph type="title"/>
          </p:nvPr>
        </p:nvSpPr>
        <p:spPr>
          <a:xfrm>
            <a:off x="759662" y="199621"/>
            <a:ext cx="10597896" cy="702473"/>
          </a:xfrm>
          <a:prstGeom prst="rect">
            <a:avLst/>
          </a:prstGeom>
          <a:noFill/>
          <a:ln>
            <a:noFill/>
          </a:ln>
        </p:spPr>
        <p:txBody>
          <a:bodyPr anchorCtr="0" anchor="ctr" bIns="0" lIns="0" spcFirstLastPara="1" rIns="0" wrap="square" tIns="0">
            <a:normAutofit fontScale="90000"/>
          </a:bodyPr>
          <a:lstStyle/>
          <a:p>
            <a:pPr indent="0" lvl="0" marL="171450" rtl="0" algn="l">
              <a:lnSpc>
                <a:spcPct val="90000"/>
              </a:lnSpc>
              <a:spcBef>
                <a:spcPts val="0"/>
              </a:spcBef>
              <a:spcAft>
                <a:spcPts val="0"/>
              </a:spcAft>
              <a:buClr>
                <a:schemeClr val="dk1"/>
              </a:buClr>
              <a:buSzPct val="100000"/>
              <a:buFont typeface="Arial"/>
              <a:buNone/>
            </a:pPr>
            <a:r>
              <a:rPr lang="en-US" sz="2800"/>
              <a:t>Energy bill analysis showed that “Demand” rates contributed significantly to the building’s electricity cost</a:t>
            </a:r>
            <a:endParaRPr/>
          </a:p>
        </p:txBody>
      </p:sp>
      <p:sp>
        <p:nvSpPr>
          <p:cNvPr id="443" name="Google Shape;443;p12"/>
          <p:cNvSpPr txBox="1"/>
          <p:nvPr>
            <p:ph idx="2" type="body"/>
          </p:nvPr>
        </p:nvSpPr>
        <p:spPr>
          <a:xfrm>
            <a:off x="759663" y="1014209"/>
            <a:ext cx="6428660" cy="5843791"/>
          </a:xfrm>
          <a:prstGeom prst="rect">
            <a:avLst/>
          </a:prstGeom>
          <a:noFill/>
          <a:ln>
            <a:noFill/>
          </a:ln>
        </p:spPr>
        <p:txBody>
          <a:bodyPr anchorCtr="0" anchor="t" bIns="0" lIns="0" spcFirstLastPara="1" rIns="0" wrap="square" tIns="0">
            <a:noAutofit/>
          </a:bodyPr>
          <a:lstStyle/>
          <a:p>
            <a:pPr indent="0" lvl="1" marL="171450" rtl="0" algn="l">
              <a:lnSpc>
                <a:spcPct val="90000"/>
              </a:lnSpc>
              <a:spcBef>
                <a:spcPts val="0"/>
              </a:spcBef>
              <a:spcAft>
                <a:spcPts val="0"/>
              </a:spcAft>
              <a:buClr>
                <a:srgbClr val="000000"/>
              </a:buClr>
              <a:buSzPts val="1400"/>
              <a:buNone/>
            </a:pPr>
            <a:r>
              <a:rPr b="1" i="0" lang="en-US" sz="1400">
                <a:solidFill>
                  <a:srgbClr val="000000"/>
                </a:solidFill>
                <a:latin typeface="Arial"/>
                <a:ea typeface="Arial"/>
                <a:cs typeface="Arial"/>
                <a:sym typeface="Arial"/>
              </a:rPr>
              <a:t>Analysis</a:t>
            </a:r>
            <a:endParaRPr i="0" sz="1400">
              <a:solidFill>
                <a:srgbClr val="000000"/>
              </a:solidFill>
              <a:latin typeface="Arial"/>
              <a:ea typeface="Arial"/>
              <a:cs typeface="Arial"/>
              <a:sym typeface="Arial"/>
            </a:endParaRPr>
          </a:p>
          <a:p>
            <a:pPr indent="-173038" lvl="1" marL="344488" rtl="0" algn="l">
              <a:lnSpc>
                <a:spcPct val="90000"/>
              </a:lnSpc>
              <a:spcBef>
                <a:spcPts val="500"/>
              </a:spcBef>
              <a:spcAft>
                <a:spcPts val="0"/>
              </a:spcAft>
              <a:buClr>
                <a:srgbClr val="000000"/>
              </a:buClr>
              <a:buSzPts val="1400"/>
              <a:buChar char="•"/>
            </a:pPr>
            <a:r>
              <a:rPr lang="en-US" sz="1400">
                <a:solidFill>
                  <a:srgbClr val="000000"/>
                </a:solidFill>
                <a:latin typeface="Arial"/>
                <a:ea typeface="Arial"/>
                <a:cs typeface="Arial"/>
                <a:sym typeface="Arial"/>
              </a:rPr>
              <a:t>Averaged gas and electricity consumption and spending </a:t>
            </a:r>
            <a:r>
              <a:rPr i="0" lang="en-US" sz="1400">
                <a:solidFill>
                  <a:srgbClr val="000000"/>
                </a:solidFill>
                <a:latin typeface="Arial"/>
                <a:ea typeface="Arial"/>
                <a:cs typeface="Arial"/>
                <a:sym typeface="Arial"/>
              </a:rPr>
              <a:t>for the building’s common areas across the last 16 months </a:t>
            </a:r>
            <a:endParaRPr/>
          </a:p>
          <a:p>
            <a:pPr indent="-84138" lvl="1" marL="344488" rtl="0" algn="l">
              <a:lnSpc>
                <a:spcPct val="90000"/>
              </a:lnSpc>
              <a:spcBef>
                <a:spcPts val="500"/>
              </a:spcBef>
              <a:spcAft>
                <a:spcPts val="0"/>
              </a:spcAft>
              <a:buClr>
                <a:schemeClr val="lt2"/>
              </a:buClr>
              <a:buSzPts val="1400"/>
              <a:buNone/>
            </a:pPr>
            <a:r>
              <a:t/>
            </a:r>
            <a:endParaRPr i="0" sz="1400">
              <a:solidFill>
                <a:srgbClr val="000000"/>
              </a:solidFill>
              <a:latin typeface="Arial"/>
              <a:ea typeface="Arial"/>
              <a:cs typeface="Arial"/>
              <a:sym typeface="Arial"/>
            </a:endParaRPr>
          </a:p>
          <a:p>
            <a:pPr indent="0" lvl="1" marL="171450" rtl="0" algn="l">
              <a:lnSpc>
                <a:spcPct val="90000"/>
              </a:lnSpc>
              <a:spcBef>
                <a:spcPts val="500"/>
              </a:spcBef>
              <a:spcAft>
                <a:spcPts val="0"/>
              </a:spcAft>
              <a:buClr>
                <a:srgbClr val="000000"/>
              </a:buClr>
              <a:buSzPts val="1400"/>
              <a:buNone/>
            </a:pPr>
            <a:r>
              <a:rPr b="1" i="0" lang="en-US" sz="1400">
                <a:solidFill>
                  <a:srgbClr val="000000"/>
                </a:solidFill>
                <a:latin typeface="Arial"/>
                <a:ea typeface="Arial"/>
                <a:cs typeface="Arial"/>
                <a:sym typeface="Arial"/>
              </a:rPr>
              <a:t>Findings</a:t>
            </a:r>
            <a:endParaRPr/>
          </a:p>
          <a:p>
            <a:pPr indent="-173038" lvl="1" marL="344488" rtl="0" algn="l">
              <a:lnSpc>
                <a:spcPct val="90000"/>
              </a:lnSpc>
              <a:spcBef>
                <a:spcPts val="500"/>
              </a:spcBef>
              <a:spcAft>
                <a:spcPts val="0"/>
              </a:spcAft>
              <a:buClr>
                <a:srgbClr val="000000"/>
              </a:buClr>
              <a:buSzPts val="1400"/>
              <a:buChar char="•"/>
            </a:pPr>
            <a:r>
              <a:rPr lang="en-US" sz="1400">
                <a:solidFill>
                  <a:srgbClr val="000000"/>
                </a:solidFill>
                <a:latin typeface="Arial"/>
                <a:ea typeface="Arial"/>
                <a:cs typeface="Arial"/>
                <a:sym typeface="Arial"/>
              </a:rPr>
              <a:t>Average monthly electricity consumption from building common areas was 6,287 kWh. Average monthly cost of electricity was $1,373.</a:t>
            </a:r>
            <a:endParaRPr/>
          </a:p>
          <a:p>
            <a:pPr indent="-173038" lvl="1" marL="344488" rtl="0" algn="l">
              <a:lnSpc>
                <a:spcPct val="90000"/>
              </a:lnSpc>
              <a:spcBef>
                <a:spcPts val="500"/>
              </a:spcBef>
              <a:spcAft>
                <a:spcPts val="0"/>
              </a:spcAft>
              <a:buClr>
                <a:srgbClr val="000000"/>
              </a:buClr>
              <a:buSzPts val="1400"/>
              <a:buChar char="•"/>
            </a:pPr>
            <a:r>
              <a:rPr lang="en-US" sz="1400">
                <a:solidFill>
                  <a:srgbClr val="000000"/>
                </a:solidFill>
                <a:latin typeface="Arial"/>
                <a:ea typeface="Arial"/>
                <a:cs typeface="Arial"/>
                <a:sym typeface="Arial"/>
              </a:rPr>
              <a:t>O</a:t>
            </a:r>
            <a:r>
              <a:rPr i="0" lang="en-US" sz="1400">
                <a:solidFill>
                  <a:srgbClr val="000000"/>
                </a:solidFill>
                <a:latin typeface="Arial"/>
                <a:ea typeface="Arial"/>
                <a:cs typeface="Arial"/>
                <a:sym typeface="Arial"/>
              </a:rPr>
              <a:t>ver 45% of the electricity costs came from electricity consumption billed at "demand" rates, but less than 0.2% of the building’s energy consumption was in the “demand” category. </a:t>
            </a:r>
            <a:endParaRPr/>
          </a:p>
          <a:p>
            <a:pPr indent="-173038" lvl="1" marL="344488" rtl="0" algn="l">
              <a:lnSpc>
                <a:spcPct val="90000"/>
              </a:lnSpc>
              <a:spcBef>
                <a:spcPts val="500"/>
              </a:spcBef>
              <a:spcAft>
                <a:spcPts val="0"/>
              </a:spcAft>
              <a:buClr>
                <a:srgbClr val="000000"/>
              </a:buClr>
              <a:buSzPts val="1400"/>
              <a:buChar char="•"/>
            </a:pPr>
            <a:r>
              <a:rPr lang="en-US" sz="1400">
                <a:solidFill>
                  <a:srgbClr val="000000"/>
                </a:solidFill>
                <a:latin typeface="Arial"/>
                <a:ea typeface="Arial"/>
                <a:cs typeface="Arial"/>
                <a:sym typeface="Arial"/>
              </a:rPr>
              <a:t>Per local utility Consolidated Edison (ConEd), if the building consumes less than 5,000 kWh per month, demand rates will be eliminated. </a:t>
            </a:r>
            <a:endParaRPr/>
          </a:p>
          <a:p>
            <a:pPr indent="-84138" lvl="1" marL="344488" rtl="0" algn="l">
              <a:lnSpc>
                <a:spcPct val="90000"/>
              </a:lnSpc>
              <a:spcBef>
                <a:spcPts val="500"/>
              </a:spcBef>
              <a:spcAft>
                <a:spcPts val="0"/>
              </a:spcAft>
              <a:buClr>
                <a:schemeClr val="lt2"/>
              </a:buClr>
              <a:buSzPts val="1400"/>
              <a:buNone/>
            </a:pPr>
            <a:r>
              <a:t/>
            </a:r>
            <a:endParaRPr sz="1400">
              <a:solidFill>
                <a:srgbClr val="000000"/>
              </a:solidFill>
              <a:latin typeface="Arial"/>
              <a:ea typeface="Arial"/>
              <a:cs typeface="Arial"/>
              <a:sym typeface="Arial"/>
            </a:endParaRPr>
          </a:p>
          <a:p>
            <a:pPr indent="0" lvl="1" marL="171450" rtl="0" algn="l">
              <a:lnSpc>
                <a:spcPct val="90000"/>
              </a:lnSpc>
              <a:spcBef>
                <a:spcPts val="500"/>
              </a:spcBef>
              <a:spcAft>
                <a:spcPts val="0"/>
              </a:spcAft>
              <a:buClr>
                <a:srgbClr val="000000"/>
              </a:buClr>
              <a:buSzPts val="1400"/>
              <a:buNone/>
            </a:pPr>
            <a:r>
              <a:rPr b="1" i="0" lang="en-US" sz="1400">
                <a:solidFill>
                  <a:srgbClr val="000000"/>
                </a:solidFill>
                <a:latin typeface="Arial"/>
                <a:ea typeface="Arial"/>
                <a:cs typeface="Arial"/>
                <a:sym typeface="Arial"/>
              </a:rPr>
              <a:t>Recommendations</a:t>
            </a:r>
            <a:endParaRPr i="0" sz="1400">
              <a:solidFill>
                <a:srgbClr val="000000"/>
              </a:solidFill>
              <a:latin typeface="Arial"/>
              <a:ea typeface="Arial"/>
              <a:cs typeface="Arial"/>
              <a:sym typeface="Arial"/>
            </a:endParaRPr>
          </a:p>
          <a:p>
            <a:pPr indent="-174625" lvl="1" marL="346075" rtl="0" algn="l">
              <a:lnSpc>
                <a:spcPct val="90000"/>
              </a:lnSpc>
              <a:spcBef>
                <a:spcPts val="500"/>
              </a:spcBef>
              <a:spcAft>
                <a:spcPts val="0"/>
              </a:spcAft>
              <a:buClr>
                <a:schemeClr val="dk2"/>
              </a:buClr>
              <a:buSzPts val="1400"/>
              <a:buChar char="•"/>
            </a:pPr>
            <a:r>
              <a:rPr i="0" lang="en-US" sz="1400">
                <a:solidFill>
                  <a:schemeClr val="dk2"/>
                </a:solidFill>
                <a:latin typeface="Arial"/>
                <a:ea typeface="Arial"/>
                <a:cs typeface="Arial"/>
                <a:sym typeface="Arial"/>
              </a:rPr>
              <a:t>Reduce electricity consumption by 1,300 kWh / month (~20%)</a:t>
            </a:r>
            <a:endParaRPr/>
          </a:p>
          <a:p>
            <a:pPr indent="-173038" lvl="1" marL="344488" rtl="0" algn="l">
              <a:lnSpc>
                <a:spcPct val="90000"/>
              </a:lnSpc>
              <a:spcBef>
                <a:spcPts val="500"/>
              </a:spcBef>
              <a:spcAft>
                <a:spcPts val="0"/>
              </a:spcAft>
              <a:buClr>
                <a:srgbClr val="000000"/>
              </a:buClr>
              <a:buSzPts val="1400"/>
              <a:buChar char="•"/>
            </a:pPr>
            <a:r>
              <a:rPr i="0" lang="en-US" sz="1400">
                <a:solidFill>
                  <a:srgbClr val="000000"/>
                </a:solidFill>
                <a:latin typeface="Arial"/>
                <a:ea typeface="Arial"/>
                <a:cs typeface="Arial"/>
                <a:sym typeface="Arial"/>
              </a:rPr>
              <a:t>Cancel unused gas supply in ancillary apartment (saving 12 – 24 therms and ~$550 / year)</a:t>
            </a:r>
            <a:endParaRPr/>
          </a:p>
          <a:p>
            <a:pPr indent="-173038" lvl="1" marL="344488" rtl="0" algn="l">
              <a:lnSpc>
                <a:spcPct val="90000"/>
              </a:lnSpc>
              <a:spcBef>
                <a:spcPts val="500"/>
              </a:spcBef>
              <a:spcAft>
                <a:spcPts val="0"/>
              </a:spcAft>
              <a:buClr>
                <a:srgbClr val="000000"/>
              </a:buClr>
              <a:buSzPts val="1400"/>
              <a:buChar char="•"/>
            </a:pPr>
            <a:r>
              <a:rPr lang="en-US" sz="1400">
                <a:solidFill>
                  <a:srgbClr val="000000"/>
                </a:solidFill>
                <a:latin typeface="Arial"/>
                <a:ea typeface="Arial"/>
                <a:cs typeface="Arial"/>
                <a:sym typeface="Arial"/>
              </a:rPr>
              <a:t>Perform energy audit to get more details about biggest consumers of electricity within building (e.g., elevator, water pumps, lighting, fans, etc.)</a:t>
            </a:r>
            <a:endParaRPr/>
          </a:p>
          <a:p>
            <a:pPr indent="-84138" lvl="1" marL="344488" rtl="0" algn="l">
              <a:lnSpc>
                <a:spcPct val="90000"/>
              </a:lnSpc>
              <a:spcBef>
                <a:spcPts val="500"/>
              </a:spcBef>
              <a:spcAft>
                <a:spcPts val="0"/>
              </a:spcAft>
              <a:buClr>
                <a:schemeClr val="lt2"/>
              </a:buClr>
              <a:buSzPts val="1400"/>
              <a:buNone/>
            </a:pPr>
            <a:r>
              <a:t/>
            </a:r>
            <a:endParaRPr sz="1400">
              <a:solidFill>
                <a:srgbClr val="000000"/>
              </a:solidFill>
              <a:latin typeface="Arial"/>
              <a:ea typeface="Arial"/>
              <a:cs typeface="Arial"/>
              <a:sym typeface="Arial"/>
            </a:endParaRPr>
          </a:p>
          <a:p>
            <a:pPr indent="0" lvl="1" marL="171450" rtl="0" algn="l">
              <a:lnSpc>
                <a:spcPct val="90000"/>
              </a:lnSpc>
              <a:spcBef>
                <a:spcPts val="500"/>
              </a:spcBef>
              <a:spcAft>
                <a:spcPts val="0"/>
              </a:spcAft>
              <a:buClr>
                <a:srgbClr val="000000"/>
              </a:buClr>
              <a:buSzPts val="1400"/>
              <a:buNone/>
            </a:pPr>
            <a:r>
              <a:rPr b="1" i="0" lang="en-US" sz="1400">
                <a:solidFill>
                  <a:srgbClr val="000000"/>
                </a:solidFill>
                <a:latin typeface="Arial"/>
                <a:ea typeface="Arial"/>
                <a:cs typeface="Arial"/>
                <a:sym typeface="Arial"/>
              </a:rPr>
              <a:t>Benefits</a:t>
            </a:r>
            <a:endParaRPr i="0" sz="1400">
              <a:solidFill>
                <a:srgbClr val="000000"/>
              </a:solidFill>
              <a:latin typeface="Arial"/>
              <a:ea typeface="Arial"/>
              <a:cs typeface="Arial"/>
              <a:sym typeface="Arial"/>
            </a:endParaRPr>
          </a:p>
          <a:p>
            <a:pPr indent="-174625" lvl="1" marL="346075" rtl="0" algn="l">
              <a:lnSpc>
                <a:spcPct val="90000"/>
              </a:lnSpc>
              <a:spcBef>
                <a:spcPts val="500"/>
              </a:spcBef>
              <a:spcAft>
                <a:spcPts val="0"/>
              </a:spcAft>
              <a:buClr>
                <a:srgbClr val="000000"/>
              </a:buClr>
              <a:buSzPts val="1400"/>
              <a:buChar char="•"/>
            </a:pPr>
            <a:r>
              <a:rPr lang="en-US" sz="1400">
                <a:solidFill>
                  <a:srgbClr val="000000"/>
                </a:solidFill>
                <a:latin typeface="Arial"/>
                <a:ea typeface="Arial"/>
                <a:cs typeface="Arial"/>
                <a:sym typeface="Arial"/>
              </a:rPr>
              <a:t>Per LL97 conversion factors, the reduction in annual electricity consumption equivalent to </a:t>
            </a:r>
            <a:r>
              <a:rPr b="1" lang="en-US" sz="1400">
                <a:solidFill>
                  <a:srgbClr val="538D5E"/>
                </a:solidFill>
                <a:latin typeface="Arial"/>
                <a:ea typeface="Arial"/>
                <a:cs typeface="Arial"/>
                <a:sym typeface="Arial"/>
              </a:rPr>
              <a:t>emissions reductions of about 643.2 tCO2e per year</a:t>
            </a:r>
            <a:endParaRPr/>
          </a:p>
          <a:p>
            <a:pPr indent="-174625" lvl="1" marL="346075" rtl="0" algn="l">
              <a:lnSpc>
                <a:spcPct val="90000"/>
              </a:lnSpc>
              <a:spcBef>
                <a:spcPts val="500"/>
              </a:spcBef>
              <a:spcAft>
                <a:spcPts val="0"/>
              </a:spcAft>
              <a:buClr>
                <a:srgbClr val="538D5E"/>
              </a:buClr>
              <a:buSzPts val="1400"/>
              <a:buChar char="•"/>
            </a:pPr>
            <a:r>
              <a:rPr b="1" i="0" lang="en-US" sz="1400">
                <a:solidFill>
                  <a:srgbClr val="538D5E"/>
                </a:solidFill>
                <a:latin typeface="Arial"/>
                <a:ea typeface="Arial"/>
                <a:cs typeface="Arial"/>
                <a:sym typeface="Arial"/>
              </a:rPr>
              <a:t>Cost savings of up to $10,000 per year </a:t>
            </a:r>
            <a:r>
              <a:rPr i="0" lang="en-US" sz="1400">
                <a:solidFill>
                  <a:srgbClr val="000000"/>
                </a:solidFill>
                <a:latin typeface="Arial"/>
                <a:ea typeface="Arial"/>
                <a:cs typeface="Arial"/>
                <a:sym typeface="Arial"/>
              </a:rPr>
              <a:t>could be directed toward more energy efficiency upgrades</a:t>
            </a:r>
            <a:r>
              <a:rPr lang="en-US" sz="1400">
                <a:solidFill>
                  <a:srgbClr val="000000"/>
                </a:solidFill>
                <a:latin typeface="Arial"/>
                <a:ea typeface="Arial"/>
                <a:cs typeface="Arial"/>
                <a:sym typeface="Arial"/>
              </a:rPr>
              <a:t>.</a:t>
            </a:r>
            <a:endParaRPr sz="1400">
              <a:solidFill>
                <a:srgbClr val="538D5E"/>
              </a:solidFill>
              <a:latin typeface="Calibri"/>
              <a:ea typeface="Calibri"/>
              <a:cs typeface="Calibri"/>
              <a:sym typeface="Calibri"/>
            </a:endParaRPr>
          </a:p>
        </p:txBody>
      </p:sp>
      <p:sp>
        <p:nvSpPr>
          <p:cNvPr id="444" name="Google Shape;444;p12"/>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grpSp>
        <p:nvGrpSpPr>
          <p:cNvPr id="445" name="Google Shape;445;p12"/>
          <p:cNvGrpSpPr/>
          <p:nvPr/>
        </p:nvGrpSpPr>
        <p:grpSpPr>
          <a:xfrm>
            <a:off x="7373469" y="3625516"/>
            <a:ext cx="4285371" cy="2224426"/>
            <a:chOff x="7146966" y="1170318"/>
            <a:chExt cx="4285371" cy="2224426"/>
          </a:xfrm>
        </p:grpSpPr>
        <p:pic>
          <p:nvPicPr>
            <p:cNvPr id="446" name="Google Shape;446;p12"/>
            <p:cNvPicPr preferRelativeResize="0"/>
            <p:nvPr/>
          </p:nvPicPr>
          <p:blipFill rotWithShape="1">
            <a:blip r:embed="rId3">
              <a:alphaModFix/>
            </a:blip>
            <a:srcRect b="0" l="0" r="0" t="3223"/>
            <a:stretch/>
          </p:blipFill>
          <p:spPr>
            <a:xfrm>
              <a:off x="7146966" y="1170318"/>
              <a:ext cx="4285371" cy="2224426"/>
            </a:xfrm>
            <a:prstGeom prst="rect">
              <a:avLst/>
            </a:prstGeom>
            <a:noFill/>
            <a:ln>
              <a:noFill/>
            </a:ln>
          </p:spPr>
        </p:pic>
        <p:sp>
          <p:nvSpPr>
            <p:cNvPr id="447" name="Google Shape;447;p12"/>
            <p:cNvSpPr/>
            <p:nvPr/>
          </p:nvSpPr>
          <p:spPr>
            <a:xfrm>
              <a:off x="7181885" y="2153827"/>
              <a:ext cx="4250452" cy="135202"/>
            </a:xfrm>
            <a:prstGeom prst="rect">
              <a:avLst/>
            </a:prstGeom>
            <a:solidFill>
              <a:srgbClr val="FFFF00">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grpSp>
        <p:nvGrpSpPr>
          <p:cNvPr id="448" name="Google Shape;448;p12"/>
          <p:cNvGrpSpPr/>
          <p:nvPr/>
        </p:nvGrpSpPr>
        <p:grpSpPr>
          <a:xfrm>
            <a:off x="7373469" y="1865139"/>
            <a:ext cx="4348194" cy="1514526"/>
            <a:chOff x="7290553" y="1448665"/>
            <a:chExt cx="4348194" cy="1514526"/>
          </a:xfrm>
        </p:grpSpPr>
        <p:pic>
          <p:nvPicPr>
            <p:cNvPr id="449" name="Google Shape;449;p12"/>
            <p:cNvPicPr preferRelativeResize="0"/>
            <p:nvPr/>
          </p:nvPicPr>
          <p:blipFill rotWithShape="1">
            <a:blip r:embed="rId4">
              <a:alphaModFix/>
            </a:blip>
            <a:srcRect b="30881" l="-1" r="50489" t="0"/>
            <a:stretch/>
          </p:blipFill>
          <p:spPr>
            <a:xfrm>
              <a:off x="7290553" y="1448665"/>
              <a:ext cx="4348194" cy="1514526"/>
            </a:xfrm>
            <a:prstGeom prst="rect">
              <a:avLst/>
            </a:prstGeom>
            <a:noFill/>
            <a:ln>
              <a:noFill/>
            </a:ln>
          </p:spPr>
        </p:pic>
        <p:sp>
          <p:nvSpPr>
            <p:cNvPr id="450" name="Google Shape;450;p12"/>
            <p:cNvSpPr/>
            <p:nvPr/>
          </p:nvSpPr>
          <p:spPr>
            <a:xfrm>
              <a:off x="7388295" y="2230359"/>
              <a:ext cx="4250452" cy="135202"/>
            </a:xfrm>
            <a:prstGeom prst="rect">
              <a:avLst/>
            </a:prstGeom>
            <a:solidFill>
              <a:srgbClr val="FFFF00">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13"/>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fontScale="90000"/>
          </a:bodyPr>
          <a:lstStyle/>
          <a:p>
            <a:pPr indent="0" lvl="0" marL="0" rtl="0" algn="l">
              <a:lnSpc>
                <a:spcPct val="90000"/>
              </a:lnSpc>
              <a:spcBef>
                <a:spcPts val="0"/>
              </a:spcBef>
              <a:spcAft>
                <a:spcPts val="0"/>
              </a:spcAft>
              <a:buClr>
                <a:schemeClr val="dk1"/>
              </a:buClr>
              <a:buSzPct val="100000"/>
              <a:buFont typeface="Arial"/>
              <a:buNone/>
            </a:pPr>
            <a:r>
              <a:rPr lang="en-US" sz="2800"/>
              <a:t>Research on low-slope roofing materials was used to recommend an energy-efficiency approach to planned roof repairs</a:t>
            </a:r>
            <a:endParaRPr b="0" sz="2800"/>
          </a:p>
        </p:txBody>
      </p:sp>
      <p:sp>
        <p:nvSpPr>
          <p:cNvPr id="457" name="Google Shape;457;p13"/>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pic>
        <p:nvPicPr>
          <p:cNvPr id="458" name="Google Shape;458;p13"/>
          <p:cNvPicPr preferRelativeResize="0"/>
          <p:nvPr/>
        </p:nvPicPr>
        <p:blipFill rotWithShape="1">
          <a:blip r:embed="rId3">
            <a:alphaModFix/>
          </a:blip>
          <a:srcRect b="0" l="0" r="0" t="0"/>
          <a:stretch/>
        </p:blipFill>
        <p:spPr>
          <a:xfrm>
            <a:off x="6791786" y="1901838"/>
            <a:ext cx="4286408" cy="3745404"/>
          </a:xfrm>
          <a:prstGeom prst="rect">
            <a:avLst/>
          </a:prstGeom>
          <a:noFill/>
          <a:ln>
            <a:noFill/>
          </a:ln>
        </p:spPr>
      </p:pic>
      <p:sp>
        <p:nvSpPr>
          <p:cNvPr id="459" name="Google Shape;459;p13"/>
          <p:cNvSpPr txBox="1"/>
          <p:nvPr>
            <p:ph idx="3" type="body"/>
          </p:nvPr>
        </p:nvSpPr>
        <p:spPr>
          <a:xfrm>
            <a:off x="795526" y="6502931"/>
            <a:ext cx="10601325" cy="1280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2"/>
              </a:buClr>
              <a:buSzPts val="700"/>
              <a:buFont typeface="Arial"/>
              <a:buNone/>
            </a:pPr>
            <a:r>
              <a:rPr lang="en-US">
                <a:solidFill>
                  <a:schemeClr val="dk2"/>
                </a:solidFill>
              </a:rPr>
              <a:t>*Calculations of total reductions to energy consumption are pending validation.</a:t>
            </a:r>
            <a:endParaRPr/>
          </a:p>
        </p:txBody>
      </p:sp>
      <p:sp>
        <p:nvSpPr>
          <p:cNvPr id="460" name="Google Shape;460;p13"/>
          <p:cNvSpPr txBox="1"/>
          <p:nvPr>
            <p:ph idx="1" type="body"/>
          </p:nvPr>
        </p:nvSpPr>
        <p:spPr>
          <a:xfrm>
            <a:off x="795526" y="1301178"/>
            <a:ext cx="5586356" cy="4577142"/>
          </a:xfrm>
          <a:prstGeom prst="rect">
            <a:avLst/>
          </a:prstGeom>
          <a:noFill/>
          <a:ln>
            <a:noFill/>
          </a:ln>
        </p:spPr>
        <p:txBody>
          <a:bodyPr anchorCtr="0" anchor="t" bIns="0" lIns="0" spcFirstLastPara="1" rIns="0" wrap="square" tIns="0">
            <a:normAutofit fontScale="92500" lnSpcReduction="10000"/>
          </a:bodyPr>
          <a:lstStyle/>
          <a:p>
            <a:pPr indent="-173038" lvl="0" marL="342900" rtl="0" algn="l">
              <a:lnSpc>
                <a:spcPct val="90000"/>
              </a:lnSpc>
              <a:spcBef>
                <a:spcPts val="0"/>
              </a:spcBef>
              <a:spcAft>
                <a:spcPts val="0"/>
              </a:spcAft>
              <a:buClr>
                <a:schemeClr val="dk2"/>
              </a:buClr>
              <a:buSzPct val="97297"/>
              <a:buFont typeface="Arial"/>
              <a:buChar char="•"/>
            </a:pPr>
            <a:r>
              <a:rPr b="1" lang="en-US">
                <a:solidFill>
                  <a:schemeClr val="dk2"/>
                </a:solidFill>
              </a:rPr>
              <a:t>Research</a:t>
            </a:r>
            <a:endParaRPr/>
          </a:p>
          <a:p>
            <a:pPr indent="-173037" lvl="1" marL="512763" rtl="0" algn="l">
              <a:lnSpc>
                <a:spcPct val="90000"/>
              </a:lnSpc>
              <a:spcBef>
                <a:spcPts val="500"/>
              </a:spcBef>
              <a:spcAft>
                <a:spcPts val="0"/>
              </a:spcAft>
              <a:buClr>
                <a:schemeClr val="dk2"/>
              </a:buClr>
              <a:buSzPct val="97297"/>
              <a:buFont typeface="Courier New"/>
              <a:buChar char="o"/>
            </a:pPr>
            <a:r>
              <a:rPr lang="en-US">
                <a:solidFill>
                  <a:schemeClr val="dk2"/>
                </a:solidFill>
              </a:rPr>
              <a:t>Characterized thermal and reflective </a:t>
            </a:r>
            <a:r>
              <a:rPr b="1" lang="en-US">
                <a:solidFill>
                  <a:schemeClr val="dk2"/>
                </a:solidFill>
              </a:rPr>
              <a:t>performance of various roofing materials</a:t>
            </a:r>
            <a:r>
              <a:rPr lang="en-US">
                <a:solidFill>
                  <a:schemeClr val="dk2"/>
                </a:solidFill>
              </a:rPr>
              <a:t>, and calculated estimated energy and cost savings from their use.</a:t>
            </a:r>
            <a:endParaRPr/>
          </a:p>
          <a:p>
            <a:pPr indent="-173037" lvl="1" marL="512763" rtl="0" algn="l">
              <a:lnSpc>
                <a:spcPct val="90000"/>
              </a:lnSpc>
              <a:spcBef>
                <a:spcPts val="500"/>
              </a:spcBef>
              <a:spcAft>
                <a:spcPts val="0"/>
              </a:spcAft>
              <a:buClr>
                <a:schemeClr val="dk2"/>
              </a:buClr>
              <a:buSzPct val="97297"/>
              <a:buFont typeface="Courier New"/>
              <a:buChar char="o"/>
            </a:pPr>
            <a:r>
              <a:rPr lang="en-US">
                <a:solidFill>
                  <a:schemeClr val="dk2"/>
                </a:solidFill>
              </a:rPr>
              <a:t>Identified </a:t>
            </a:r>
            <a:r>
              <a:rPr b="1" lang="en-US">
                <a:solidFill>
                  <a:schemeClr val="dk2"/>
                </a:solidFill>
              </a:rPr>
              <a:t>roofing incentives </a:t>
            </a:r>
            <a:r>
              <a:rPr lang="en-US">
                <a:solidFill>
                  <a:schemeClr val="dk2"/>
                </a:solidFill>
              </a:rPr>
              <a:t>through the Multifamily Energy Efficiency Program from ConEd; Multifamily Buildings Low-Carbon Pathways Program from New York State Energy Research and Development Authority (NYSERDA); and the NYC Cool Roofs Program.</a:t>
            </a:r>
            <a:endParaRPr/>
          </a:p>
          <a:p>
            <a:pPr indent="-64389" lvl="1" marL="512763" rtl="0" algn="l">
              <a:lnSpc>
                <a:spcPct val="90000"/>
              </a:lnSpc>
              <a:spcBef>
                <a:spcPts val="500"/>
              </a:spcBef>
              <a:spcAft>
                <a:spcPts val="0"/>
              </a:spcAft>
              <a:buClr>
                <a:schemeClr val="lt2"/>
              </a:buClr>
              <a:buSzPct val="100000"/>
              <a:buFont typeface="Courier New"/>
              <a:buNone/>
            </a:pPr>
            <a:r>
              <a:t/>
            </a:r>
            <a:endParaRPr>
              <a:solidFill>
                <a:schemeClr val="dk2"/>
              </a:solidFill>
            </a:endParaRPr>
          </a:p>
          <a:p>
            <a:pPr indent="-174625" lvl="0" marL="344488" rtl="0" algn="l">
              <a:lnSpc>
                <a:spcPct val="90000"/>
              </a:lnSpc>
              <a:spcBef>
                <a:spcPts val="1000"/>
              </a:spcBef>
              <a:spcAft>
                <a:spcPts val="0"/>
              </a:spcAft>
              <a:buClr>
                <a:schemeClr val="dk2"/>
              </a:buClr>
              <a:buSzPct val="97297"/>
              <a:buFont typeface="Arial"/>
              <a:buChar char="•"/>
            </a:pPr>
            <a:r>
              <a:rPr b="1" lang="en-US">
                <a:solidFill>
                  <a:schemeClr val="dk2"/>
                </a:solidFill>
              </a:rPr>
              <a:t>Recommendations</a:t>
            </a:r>
            <a:r>
              <a:rPr lang="en-US">
                <a:solidFill>
                  <a:schemeClr val="dk2"/>
                </a:solidFill>
              </a:rPr>
              <a:t>: use phenolic foam, polyiso, or closed-cell polyurethane insulation in combination with a cool roof coating in final roofing project.</a:t>
            </a:r>
            <a:endParaRPr/>
          </a:p>
          <a:p>
            <a:pPr indent="-65976" lvl="0" marL="344488" rtl="0" algn="l">
              <a:lnSpc>
                <a:spcPct val="90000"/>
              </a:lnSpc>
              <a:spcBef>
                <a:spcPts val="1000"/>
              </a:spcBef>
              <a:spcAft>
                <a:spcPts val="0"/>
              </a:spcAft>
              <a:buClr>
                <a:schemeClr val="dk1"/>
              </a:buClr>
              <a:buSzPct val="100000"/>
              <a:buFont typeface="Arial"/>
              <a:buNone/>
            </a:pPr>
            <a:r>
              <a:t/>
            </a:r>
            <a:endParaRPr>
              <a:solidFill>
                <a:schemeClr val="dk2"/>
              </a:solidFill>
            </a:endParaRPr>
          </a:p>
          <a:p>
            <a:pPr indent="-174625" lvl="0" marL="344488" rtl="0" algn="l">
              <a:lnSpc>
                <a:spcPct val="90000"/>
              </a:lnSpc>
              <a:spcBef>
                <a:spcPts val="1000"/>
              </a:spcBef>
              <a:spcAft>
                <a:spcPts val="0"/>
              </a:spcAft>
              <a:buClr>
                <a:schemeClr val="dk2"/>
              </a:buClr>
              <a:buSzPct val="97297"/>
              <a:buFont typeface="Arial"/>
              <a:buChar char="•"/>
            </a:pPr>
            <a:r>
              <a:rPr b="1" lang="en-US">
                <a:solidFill>
                  <a:schemeClr val="dk2"/>
                </a:solidFill>
              </a:rPr>
              <a:t>Benefits</a:t>
            </a:r>
            <a:r>
              <a:rPr lang="en-US">
                <a:solidFill>
                  <a:schemeClr val="dk2"/>
                </a:solidFill>
              </a:rPr>
              <a:t>: </a:t>
            </a:r>
            <a:r>
              <a:rPr b="1" lang="en-US">
                <a:solidFill>
                  <a:srgbClr val="538D5E"/>
                </a:solidFill>
              </a:rPr>
              <a:t>up to ~$35k in discounts </a:t>
            </a:r>
            <a:r>
              <a:rPr lang="en-US">
                <a:solidFill>
                  <a:schemeClr val="dk2"/>
                </a:solidFill>
              </a:rPr>
              <a:t>from incentive programs, with an </a:t>
            </a:r>
            <a:r>
              <a:rPr b="1" lang="en-US">
                <a:solidFill>
                  <a:srgbClr val="538D5E"/>
                </a:solidFill>
              </a:rPr>
              <a:t>additional $15k discount </a:t>
            </a:r>
            <a:r>
              <a:rPr lang="en-US">
                <a:solidFill>
                  <a:schemeClr val="dk2"/>
                </a:solidFill>
              </a:rPr>
              <a:t>if the incentive application package is submitted by June 30, 2024.*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4"/>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Arial"/>
              <a:buNone/>
            </a:pPr>
            <a:r>
              <a:rPr lang="en-US" sz="2800"/>
              <a:t>Research on additional envelope upgrades was used to recommend add-on work for planned façade repairs</a:t>
            </a:r>
            <a:endParaRPr b="0" sz="2800"/>
          </a:p>
        </p:txBody>
      </p:sp>
      <p:sp>
        <p:nvSpPr>
          <p:cNvPr id="467" name="Google Shape;467;p14"/>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
        <p:nvSpPr>
          <p:cNvPr id="468" name="Google Shape;468;p14"/>
          <p:cNvSpPr txBox="1"/>
          <p:nvPr>
            <p:ph idx="3" type="body"/>
          </p:nvPr>
        </p:nvSpPr>
        <p:spPr>
          <a:xfrm>
            <a:off x="792099" y="6502931"/>
            <a:ext cx="10601325" cy="1280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2"/>
              </a:buClr>
              <a:buSzPts val="700"/>
              <a:buFont typeface="Arial"/>
              <a:buNone/>
            </a:pPr>
            <a:r>
              <a:rPr lang="en-US">
                <a:solidFill>
                  <a:schemeClr val="dk2"/>
                </a:solidFill>
              </a:rPr>
              <a:t>*Calculations of total reductions to energy consumption are pending validation.</a:t>
            </a:r>
            <a:endParaRPr/>
          </a:p>
        </p:txBody>
      </p:sp>
      <p:sp>
        <p:nvSpPr>
          <p:cNvPr id="469" name="Google Shape;469;p14"/>
          <p:cNvSpPr txBox="1"/>
          <p:nvPr>
            <p:ph idx="1" type="body"/>
          </p:nvPr>
        </p:nvSpPr>
        <p:spPr>
          <a:xfrm>
            <a:off x="798576" y="1473096"/>
            <a:ext cx="5580050" cy="4577142"/>
          </a:xfrm>
          <a:prstGeom prst="rect">
            <a:avLst/>
          </a:prstGeom>
          <a:noFill/>
          <a:ln>
            <a:noFill/>
          </a:ln>
        </p:spPr>
        <p:txBody>
          <a:bodyPr anchorCtr="0" anchor="t" bIns="0" lIns="0" spcFirstLastPara="1" rIns="0" wrap="square" tIns="0">
            <a:normAutofit lnSpcReduction="10000"/>
          </a:bodyPr>
          <a:lstStyle/>
          <a:p>
            <a:pPr indent="-169862" lvl="0" marL="342900" rtl="0" algn="l">
              <a:lnSpc>
                <a:spcPct val="90000"/>
              </a:lnSpc>
              <a:spcBef>
                <a:spcPts val="0"/>
              </a:spcBef>
              <a:spcAft>
                <a:spcPts val="0"/>
              </a:spcAft>
              <a:buClr>
                <a:schemeClr val="dk2"/>
              </a:buClr>
              <a:buSzPts val="1800"/>
              <a:buFont typeface="Arial"/>
              <a:buChar char="•"/>
            </a:pPr>
            <a:r>
              <a:rPr b="1" lang="en-US">
                <a:solidFill>
                  <a:schemeClr val="dk2"/>
                </a:solidFill>
              </a:rPr>
              <a:t>Research</a:t>
            </a:r>
            <a:endParaRPr/>
          </a:p>
          <a:p>
            <a:pPr indent="-173037" lvl="1" marL="512763" rtl="0" algn="l">
              <a:lnSpc>
                <a:spcPct val="90000"/>
              </a:lnSpc>
              <a:spcBef>
                <a:spcPts val="500"/>
              </a:spcBef>
              <a:spcAft>
                <a:spcPts val="0"/>
              </a:spcAft>
              <a:buClr>
                <a:schemeClr val="dk2"/>
              </a:buClr>
              <a:buSzPts val="1800"/>
              <a:buFont typeface="Courier New"/>
              <a:buChar char="o"/>
            </a:pPr>
            <a:r>
              <a:rPr lang="en-US">
                <a:solidFill>
                  <a:schemeClr val="dk2"/>
                </a:solidFill>
              </a:rPr>
              <a:t>Profiled various façade-related upgrades (e.g., air sealing measures, wall insulation, thermal bridge mitigation, high performance windows and doors).</a:t>
            </a:r>
            <a:endParaRPr/>
          </a:p>
          <a:p>
            <a:pPr indent="-173037" lvl="1" marL="512763" rtl="0" algn="l">
              <a:lnSpc>
                <a:spcPct val="90000"/>
              </a:lnSpc>
              <a:spcBef>
                <a:spcPts val="500"/>
              </a:spcBef>
              <a:spcAft>
                <a:spcPts val="0"/>
              </a:spcAft>
              <a:buClr>
                <a:schemeClr val="dk2"/>
              </a:buClr>
              <a:buSzPts val="1800"/>
              <a:buFont typeface="Courier New"/>
              <a:buChar char="o"/>
            </a:pPr>
            <a:r>
              <a:rPr lang="en-US">
                <a:solidFill>
                  <a:schemeClr val="dk2"/>
                </a:solidFill>
              </a:rPr>
              <a:t>Identified additional envelope-related incentives in the ConEd and NYSERDA programs.</a:t>
            </a:r>
            <a:endParaRPr/>
          </a:p>
          <a:p>
            <a:pPr indent="-55562" lvl="1" marL="512763" rtl="0" algn="l">
              <a:lnSpc>
                <a:spcPct val="90000"/>
              </a:lnSpc>
              <a:spcBef>
                <a:spcPts val="500"/>
              </a:spcBef>
              <a:spcAft>
                <a:spcPts val="0"/>
              </a:spcAft>
              <a:buClr>
                <a:schemeClr val="lt2"/>
              </a:buClr>
              <a:buSzPts val="1850"/>
              <a:buFont typeface="Courier New"/>
              <a:buNone/>
            </a:pPr>
            <a:r>
              <a:t/>
            </a:r>
            <a:endParaRPr>
              <a:solidFill>
                <a:schemeClr val="dk2"/>
              </a:solidFill>
            </a:endParaRPr>
          </a:p>
          <a:p>
            <a:pPr indent="-168275" lvl="0" marL="342900" rtl="0" algn="l">
              <a:lnSpc>
                <a:spcPct val="90000"/>
              </a:lnSpc>
              <a:spcBef>
                <a:spcPts val="1000"/>
              </a:spcBef>
              <a:spcAft>
                <a:spcPts val="0"/>
              </a:spcAft>
              <a:buClr>
                <a:schemeClr val="dk2"/>
              </a:buClr>
              <a:buSzPts val="1800"/>
              <a:buFont typeface="Arial"/>
              <a:buChar char="•"/>
            </a:pPr>
            <a:r>
              <a:rPr b="1" lang="en-US">
                <a:solidFill>
                  <a:schemeClr val="dk2"/>
                </a:solidFill>
              </a:rPr>
              <a:t>Recommendations: </a:t>
            </a:r>
            <a:r>
              <a:rPr lang="en-US">
                <a:solidFill>
                  <a:schemeClr val="dk2"/>
                </a:solidFill>
              </a:rPr>
              <a:t>perform air sealing around window frames, exterior doors, and louver vents while scaffolding is up and incentives are available.</a:t>
            </a:r>
            <a:endParaRPr/>
          </a:p>
          <a:p>
            <a:pPr indent="-50800" lvl="0" marL="342900" rtl="0" algn="l">
              <a:lnSpc>
                <a:spcPct val="90000"/>
              </a:lnSpc>
              <a:spcBef>
                <a:spcPts val="1000"/>
              </a:spcBef>
              <a:spcAft>
                <a:spcPts val="0"/>
              </a:spcAft>
              <a:buClr>
                <a:schemeClr val="dk1"/>
              </a:buClr>
              <a:buSzPts val="1850"/>
              <a:buFont typeface="Arial"/>
              <a:buNone/>
            </a:pPr>
            <a:r>
              <a:t/>
            </a:r>
            <a:endParaRPr>
              <a:solidFill>
                <a:schemeClr val="dk2"/>
              </a:solidFill>
            </a:endParaRPr>
          </a:p>
          <a:p>
            <a:pPr indent="-169862" lvl="0" marL="342900" rtl="0" algn="l">
              <a:lnSpc>
                <a:spcPct val="90000"/>
              </a:lnSpc>
              <a:spcBef>
                <a:spcPts val="1000"/>
              </a:spcBef>
              <a:spcAft>
                <a:spcPts val="0"/>
              </a:spcAft>
              <a:buClr>
                <a:schemeClr val="dk2"/>
              </a:buClr>
              <a:buSzPts val="1800"/>
              <a:buFont typeface="Arial"/>
              <a:buChar char="•"/>
            </a:pPr>
            <a:r>
              <a:rPr b="1" lang="en-US">
                <a:solidFill>
                  <a:schemeClr val="dk2"/>
                </a:solidFill>
              </a:rPr>
              <a:t>Benefits</a:t>
            </a:r>
            <a:r>
              <a:rPr lang="en-US">
                <a:solidFill>
                  <a:schemeClr val="dk2"/>
                </a:solidFill>
              </a:rPr>
              <a:t>: could receive </a:t>
            </a:r>
            <a:r>
              <a:rPr b="1" lang="en-US">
                <a:solidFill>
                  <a:srgbClr val="538D5E"/>
                </a:solidFill>
              </a:rPr>
              <a:t>discounts of up to $1400 (plus an additional $3/therm)</a:t>
            </a:r>
            <a:r>
              <a:rPr lang="en-US">
                <a:solidFill>
                  <a:schemeClr val="dk2"/>
                </a:solidFill>
              </a:rPr>
              <a:t> from air sealing incentives.*</a:t>
            </a:r>
            <a:endParaRPr/>
          </a:p>
        </p:txBody>
      </p:sp>
      <p:pic>
        <p:nvPicPr>
          <p:cNvPr descr="Air Sealing | Building Science Fundamentals on Guides" id="470" name="Google Shape;470;p14"/>
          <p:cNvPicPr preferRelativeResize="0"/>
          <p:nvPr/>
        </p:nvPicPr>
        <p:blipFill rotWithShape="1">
          <a:blip r:embed="rId3">
            <a:alphaModFix/>
          </a:blip>
          <a:srcRect b="0" l="0" r="0" t="0"/>
          <a:stretch/>
        </p:blipFill>
        <p:spPr>
          <a:xfrm>
            <a:off x="6621161" y="1473096"/>
            <a:ext cx="4868783" cy="347712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15"/>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Arial"/>
              <a:buNone/>
            </a:pPr>
            <a:r>
              <a:rPr lang="en-US" sz="2800"/>
              <a:t>Lighting, lighting controls, and plug loads were also investigated as a solution due to low relative cost</a:t>
            </a:r>
            <a:endParaRPr b="0" sz="2800"/>
          </a:p>
        </p:txBody>
      </p:sp>
      <p:sp>
        <p:nvSpPr>
          <p:cNvPr id="477" name="Google Shape;477;p15"/>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
        <p:nvSpPr>
          <p:cNvPr id="478" name="Google Shape;478;p15"/>
          <p:cNvSpPr txBox="1"/>
          <p:nvPr>
            <p:ph idx="1" type="body"/>
          </p:nvPr>
        </p:nvSpPr>
        <p:spPr>
          <a:xfrm>
            <a:off x="795526" y="1301178"/>
            <a:ext cx="6270754" cy="4873752"/>
          </a:xfrm>
          <a:prstGeom prst="rect">
            <a:avLst/>
          </a:prstGeom>
          <a:noFill/>
          <a:ln>
            <a:noFill/>
          </a:ln>
        </p:spPr>
        <p:txBody>
          <a:bodyPr anchorCtr="0" anchor="t" bIns="0" lIns="0" spcFirstLastPara="1" rIns="0" wrap="square" tIns="0">
            <a:normAutofit fontScale="92500" lnSpcReduction="10000"/>
          </a:bodyPr>
          <a:lstStyle/>
          <a:p>
            <a:pPr indent="0" lvl="0" marL="0" rtl="0" algn="l">
              <a:lnSpc>
                <a:spcPct val="90000"/>
              </a:lnSpc>
              <a:spcBef>
                <a:spcPts val="0"/>
              </a:spcBef>
              <a:spcAft>
                <a:spcPts val="0"/>
              </a:spcAft>
              <a:buClr>
                <a:schemeClr val="dk2"/>
              </a:buClr>
              <a:buSzPct val="97297"/>
              <a:buFont typeface="Arial"/>
              <a:buNone/>
            </a:pPr>
            <a:r>
              <a:rPr b="1" lang="en-US">
                <a:solidFill>
                  <a:schemeClr val="dk2"/>
                </a:solidFill>
              </a:rPr>
              <a:t>Research</a:t>
            </a:r>
            <a:endParaRPr/>
          </a:p>
          <a:p>
            <a:pPr indent="-168274" lvl="0" marL="342900" rtl="0" algn="l">
              <a:lnSpc>
                <a:spcPct val="90000"/>
              </a:lnSpc>
              <a:spcBef>
                <a:spcPts val="1000"/>
              </a:spcBef>
              <a:spcAft>
                <a:spcPts val="0"/>
              </a:spcAft>
              <a:buClr>
                <a:schemeClr val="dk2"/>
              </a:buClr>
              <a:buSzPct val="97297"/>
              <a:buFont typeface="Arial"/>
              <a:buChar char="•"/>
            </a:pPr>
            <a:r>
              <a:rPr lang="en-US">
                <a:solidFill>
                  <a:schemeClr val="dk2"/>
                </a:solidFill>
              </a:rPr>
              <a:t>Profiled various lighting upgrades, such as lamp and ballast replacements, fixture retrofits, and advanced sensors and controls </a:t>
            </a:r>
            <a:endParaRPr/>
          </a:p>
          <a:p>
            <a:pPr indent="-168274" lvl="0" marL="342900" rtl="0" algn="l">
              <a:lnSpc>
                <a:spcPct val="90000"/>
              </a:lnSpc>
              <a:spcBef>
                <a:spcPts val="1000"/>
              </a:spcBef>
              <a:spcAft>
                <a:spcPts val="0"/>
              </a:spcAft>
              <a:buClr>
                <a:schemeClr val="dk2"/>
              </a:buClr>
              <a:buSzPct val="97297"/>
              <a:buFont typeface="Arial"/>
              <a:buChar char="•"/>
            </a:pPr>
            <a:r>
              <a:rPr lang="en-US">
                <a:solidFill>
                  <a:schemeClr val="dk2"/>
                </a:solidFill>
              </a:rPr>
              <a:t>Identified LED lighting fixture upgrade incentives through ConEd’s Multifamily Energy Efficiency and Instant Lighting Incentives programs.</a:t>
            </a:r>
            <a:endParaRPr/>
          </a:p>
          <a:p>
            <a:pPr indent="-168274" lvl="0" marL="342900" rtl="0" algn="l">
              <a:lnSpc>
                <a:spcPct val="90000"/>
              </a:lnSpc>
              <a:spcBef>
                <a:spcPts val="1000"/>
              </a:spcBef>
              <a:spcAft>
                <a:spcPts val="0"/>
              </a:spcAft>
              <a:buClr>
                <a:schemeClr val="dk2"/>
              </a:buClr>
              <a:buSzPct val="97297"/>
              <a:buFont typeface="Arial"/>
              <a:buChar char="•"/>
            </a:pPr>
            <a:r>
              <a:rPr lang="en-US">
                <a:solidFill>
                  <a:schemeClr val="dk2"/>
                </a:solidFill>
              </a:rPr>
              <a:t>Performed building walkthrough with ConEd-designated lighting contractor to quantify impact of upgrades to bi-level LED fixtures throughout building.</a:t>
            </a:r>
            <a:endParaRPr/>
          </a:p>
          <a:p>
            <a:pPr indent="0" lvl="0" marL="0" rtl="0" algn="l">
              <a:lnSpc>
                <a:spcPct val="90000"/>
              </a:lnSpc>
              <a:spcBef>
                <a:spcPts val="1000"/>
              </a:spcBef>
              <a:spcAft>
                <a:spcPts val="0"/>
              </a:spcAft>
              <a:buClr>
                <a:schemeClr val="dk2"/>
              </a:buClr>
              <a:buSzPct val="97297"/>
              <a:buFont typeface="Arial"/>
              <a:buNone/>
            </a:pPr>
            <a:r>
              <a:rPr b="1" lang="en-US">
                <a:solidFill>
                  <a:schemeClr val="dk2"/>
                </a:solidFill>
              </a:rPr>
              <a:t>Recommendations</a:t>
            </a:r>
            <a:endParaRPr>
              <a:solidFill>
                <a:schemeClr val="dk2"/>
              </a:solidFill>
            </a:endParaRPr>
          </a:p>
          <a:p>
            <a:pPr indent="-168274" lvl="0" marL="342900" rtl="0" algn="l">
              <a:lnSpc>
                <a:spcPct val="90000"/>
              </a:lnSpc>
              <a:spcBef>
                <a:spcPts val="1000"/>
              </a:spcBef>
              <a:spcAft>
                <a:spcPts val="0"/>
              </a:spcAft>
              <a:buClr>
                <a:schemeClr val="dk2"/>
              </a:buClr>
              <a:buSzPct val="97297"/>
              <a:buFont typeface="Arial"/>
              <a:buChar char="•"/>
            </a:pPr>
            <a:r>
              <a:rPr lang="en-US">
                <a:solidFill>
                  <a:schemeClr val="dk2"/>
                </a:solidFill>
              </a:rPr>
              <a:t>Install bilevel LED fixtures throughout building hallways, stairwells, and other common areas.</a:t>
            </a:r>
            <a:endParaRPr/>
          </a:p>
          <a:p>
            <a:pPr indent="-168274" lvl="0" marL="342900" rtl="0" algn="l">
              <a:lnSpc>
                <a:spcPct val="90000"/>
              </a:lnSpc>
              <a:spcBef>
                <a:spcPts val="1000"/>
              </a:spcBef>
              <a:spcAft>
                <a:spcPts val="0"/>
              </a:spcAft>
              <a:buClr>
                <a:schemeClr val="dk2"/>
              </a:buClr>
              <a:buSzPct val="97297"/>
              <a:buFont typeface="Arial"/>
              <a:buChar char="•"/>
            </a:pPr>
            <a:r>
              <a:rPr lang="en-US">
                <a:solidFill>
                  <a:schemeClr val="dk2"/>
                </a:solidFill>
              </a:rPr>
              <a:t>Manage plug loads in ancillary apartment, particularly for appliances (e.g., refrigerator).</a:t>
            </a:r>
            <a:endParaRPr/>
          </a:p>
          <a:p>
            <a:pPr indent="0" lvl="0" marL="0" rtl="0" algn="l">
              <a:lnSpc>
                <a:spcPct val="90000"/>
              </a:lnSpc>
              <a:spcBef>
                <a:spcPts val="1000"/>
              </a:spcBef>
              <a:spcAft>
                <a:spcPts val="0"/>
              </a:spcAft>
              <a:buClr>
                <a:schemeClr val="dk2"/>
              </a:buClr>
              <a:buSzPct val="97297"/>
              <a:buFont typeface="Arial"/>
              <a:buNone/>
            </a:pPr>
            <a:r>
              <a:rPr b="1" lang="en-US">
                <a:solidFill>
                  <a:schemeClr val="dk2"/>
                </a:solidFill>
              </a:rPr>
              <a:t>Benefits</a:t>
            </a:r>
            <a:endParaRPr>
              <a:solidFill>
                <a:schemeClr val="dk2"/>
              </a:solidFill>
            </a:endParaRPr>
          </a:p>
          <a:p>
            <a:pPr indent="-173038" lvl="0" marL="342900" rtl="0" algn="l">
              <a:lnSpc>
                <a:spcPct val="90000"/>
              </a:lnSpc>
              <a:spcBef>
                <a:spcPts val="1000"/>
              </a:spcBef>
              <a:spcAft>
                <a:spcPts val="0"/>
              </a:spcAft>
              <a:buClr>
                <a:srgbClr val="538D5E"/>
              </a:buClr>
              <a:buSzPct val="97297"/>
              <a:buFont typeface="Arial"/>
              <a:buChar char="•"/>
            </a:pPr>
            <a:r>
              <a:rPr b="1" lang="en-US">
                <a:solidFill>
                  <a:srgbClr val="538D5E"/>
                </a:solidFill>
              </a:rPr>
              <a:t>Estimated 80% reduction in lighting-related electricity consumption</a:t>
            </a:r>
            <a:r>
              <a:rPr b="1" lang="en-US">
                <a:solidFill>
                  <a:schemeClr val="dk2"/>
                </a:solidFill>
              </a:rPr>
              <a:t> </a:t>
            </a:r>
            <a:r>
              <a:rPr lang="en-US">
                <a:solidFill>
                  <a:schemeClr val="dk2"/>
                </a:solidFill>
              </a:rPr>
              <a:t>compared to existing system. </a:t>
            </a:r>
            <a:endParaRPr/>
          </a:p>
        </p:txBody>
      </p:sp>
      <p:pic>
        <p:nvPicPr>
          <p:cNvPr id="479" name="Google Shape;479;p15"/>
          <p:cNvPicPr preferRelativeResize="0"/>
          <p:nvPr/>
        </p:nvPicPr>
        <p:blipFill rotWithShape="1">
          <a:blip r:embed="rId3">
            <a:alphaModFix/>
          </a:blip>
          <a:srcRect b="0" l="0" r="0" t="0"/>
          <a:stretch/>
        </p:blipFill>
        <p:spPr>
          <a:xfrm>
            <a:off x="7870484" y="1381499"/>
            <a:ext cx="3321221" cy="2825895"/>
          </a:xfrm>
          <a:prstGeom prst="rect">
            <a:avLst/>
          </a:prstGeom>
          <a:noFill/>
          <a:ln>
            <a:noFill/>
          </a:ln>
        </p:spPr>
      </p:pic>
      <p:pic>
        <p:nvPicPr>
          <p:cNvPr descr="7” LED Surface Mount Downlight 5 CCT Selectable with Motion Sensor |  Southwire" id="480" name="Google Shape;480;p15"/>
          <p:cNvPicPr preferRelativeResize="0"/>
          <p:nvPr/>
        </p:nvPicPr>
        <p:blipFill rotWithShape="1">
          <a:blip r:embed="rId4">
            <a:alphaModFix/>
          </a:blip>
          <a:srcRect b="0" l="0" r="0" t="0"/>
          <a:stretch/>
        </p:blipFill>
        <p:spPr>
          <a:xfrm>
            <a:off x="7601548" y="4207394"/>
            <a:ext cx="3423197" cy="2347708"/>
          </a:xfrm>
          <a:prstGeom prst="rect">
            <a:avLst/>
          </a:prstGeom>
          <a:noFill/>
          <a:ln>
            <a:noFill/>
          </a:ln>
        </p:spPr>
      </p:pic>
      <p:sp>
        <p:nvSpPr>
          <p:cNvPr id="481" name="Google Shape;481;p15"/>
          <p:cNvSpPr txBox="1"/>
          <p:nvPr>
            <p:ph idx="3" type="body"/>
          </p:nvPr>
        </p:nvSpPr>
        <p:spPr>
          <a:xfrm>
            <a:off x="795526" y="6492875"/>
            <a:ext cx="10601325" cy="1280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2"/>
              </a:buClr>
              <a:buSzPts val="700"/>
              <a:buFont typeface="Arial"/>
              <a:buNone/>
            </a:pPr>
            <a:r>
              <a:rPr lang="en-US">
                <a:solidFill>
                  <a:schemeClr val="dk2"/>
                </a:solidFill>
              </a:rPr>
              <a:t>*Calculations of total reductions to energy consumption are pending validation.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6"/>
          <p:cNvSpPr txBox="1"/>
          <p:nvPr>
            <p:ph type="title"/>
          </p:nvPr>
        </p:nvSpPr>
        <p:spPr>
          <a:xfrm>
            <a:off x="454462" y="365125"/>
            <a:ext cx="10938962" cy="8138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Arial"/>
              <a:buNone/>
            </a:pPr>
            <a:r>
              <a:rPr lang="en-US" sz="2800"/>
              <a:t>Our next steps are to complete research on HVAC and water heating systems and summarize all findings in a case study</a:t>
            </a:r>
            <a:endParaRPr b="0" sz="2800"/>
          </a:p>
        </p:txBody>
      </p:sp>
      <p:sp>
        <p:nvSpPr>
          <p:cNvPr id="488" name="Google Shape;488;p16"/>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
        <p:nvSpPr>
          <p:cNvPr id="489" name="Google Shape;489;p16"/>
          <p:cNvSpPr txBox="1"/>
          <p:nvPr>
            <p:ph idx="1" type="body"/>
          </p:nvPr>
        </p:nvSpPr>
        <p:spPr>
          <a:xfrm>
            <a:off x="454462" y="1301177"/>
            <a:ext cx="6611818" cy="5556823"/>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400"/>
              <a:buFont typeface="Arial"/>
              <a:buNone/>
            </a:pPr>
            <a:r>
              <a:rPr b="1" lang="en-US" sz="1400"/>
              <a:t>Research Ventilation Systems</a:t>
            </a:r>
            <a:endParaRPr/>
          </a:p>
          <a:p>
            <a:pPr indent="-169862" lvl="0" marL="342900" rtl="0" algn="l">
              <a:lnSpc>
                <a:spcPct val="100000"/>
              </a:lnSpc>
              <a:spcBef>
                <a:spcPts val="0"/>
              </a:spcBef>
              <a:spcAft>
                <a:spcPts val="0"/>
              </a:spcAft>
              <a:buClr>
                <a:schemeClr val="dk1"/>
              </a:buClr>
              <a:buSzPts val="1400"/>
              <a:buFont typeface="Arial"/>
              <a:buChar char="•"/>
            </a:pPr>
            <a:r>
              <a:rPr lang="en-US" sz="1400"/>
              <a:t>Balanced ventilation and energy recovery systems work in tandem with an airtight envelope to manage air intake and recover heat energy that would otherwise be exhausted to the outdoors, thereby reducing energy use. </a:t>
            </a:r>
            <a:endParaRPr/>
          </a:p>
          <a:p>
            <a:pPr indent="-169862" lvl="0" marL="342900" rtl="0" algn="l">
              <a:lnSpc>
                <a:spcPct val="100000"/>
              </a:lnSpc>
              <a:spcBef>
                <a:spcPts val="0"/>
              </a:spcBef>
              <a:spcAft>
                <a:spcPts val="0"/>
              </a:spcAft>
              <a:buClr>
                <a:schemeClr val="dk1"/>
              </a:buClr>
              <a:buSzPts val="1400"/>
              <a:buFont typeface="Arial"/>
              <a:buChar char="•"/>
            </a:pPr>
            <a:r>
              <a:rPr lang="en-US" sz="1400"/>
              <a:t>Need to research available ventilation systems and see which might work best for the building.</a:t>
            </a:r>
            <a:endParaRPr/>
          </a:p>
          <a:p>
            <a:pPr indent="-80962" lvl="0" marL="342900" rtl="0" algn="l">
              <a:lnSpc>
                <a:spcPct val="100000"/>
              </a:lnSpc>
              <a:spcBef>
                <a:spcPts val="0"/>
              </a:spcBef>
              <a:spcAft>
                <a:spcPts val="0"/>
              </a:spcAft>
              <a:buClr>
                <a:schemeClr val="dk1"/>
              </a:buClr>
              <a:buSzPts val="1400"/>
              <a:buFont typeface="Arial"/>
              <a:buNone/>
            </a:pPr>
            <a:r>
              <a:t/>
            </a:r>
            <a:endParaRPr sz="1400"/>
          </a:p>
          <a:p>
            <a:pPr indent="0" lvl="0" marL="0" rtl="0" algn="l">
              <a:lnSpc>
                <a:spcPct val="100000"/>
              </a:lnSpc>
              <a:spcBef>
                <a:spcPts val="0"/>
              </a:spcBef>
              <a:spcAft>
                <a:spcPts val="0"/>
              </a:spcAft>
              <a:buClr>
                <a:schemeClr val="dk1"/>
              </a:buClr>
              <a:buSzPts val="1400"/>
              <a:buFont typeface="Arial"/>
              <a:buNone/>
            </a:pPr>
            <a:r>
              <a:rPr b="1" lang="en-US" sz="1400"/>
              <a:t>Research Heating and Cooling Systems</a:t>
            </a:r>
            <a:endParaRPr/>
          </a:p>
          <a:p>
            <a:pPr indent="-169862" lvl="0" marL="342900" rtl="0" algn="l">
              <a:lnSpc>
                <a:spcPct val="100000"/>
              </a:lnSpc>
              <a:spcBef>
                <a:spcPts val="0"/>
              </a:spcBef>
              <a:spcAft>
                <a:spcPts val="0"/>
              </a:spcAft>
              <a:buClr>
                <a:schemeClr val="dk1"/>
              </a:buClr>
              <a:buSzPts val="1400"/>
              <a:buFont typeface="Arial"/>
              <a:buChar char="•"/>
            </a:pPr>
            <a:r>
              <a:rPr lang="en-US" sz="1400"/>
              <a:t>Heating and cooling is currently provided through an aging natural gas boiler and in-apartment Packaged Terminal Air Conditioners (PTACs) </a:t>
            </a:r>
            <a:endParaRPr/>
          </a:p>
          <a:p>
            <a:pPr indent="-169862" lvl="0" marL="342900" rtl="0" algn="l">
              <a:lnSpc>
                <a:spcPct val="100000"/>
              </a:lnSpc>
              <a:spcBef>
                <a:spcPts val="0"/>
              </a:spcBef>
              <a:spcAft>
                <a:spcPts val="0"/>
              </a:spcAft>
              <a:buClr>
                <a:schemeClr val="dk1"/>
              </a:buClr>
              <a:buSzPts val="1400"/>
              <a:buFont typeface="Arial"/>
              <a:buChar char="•"/>
            </a:pPr>
            <a:r>
              <a:rPr lang="en-US" sz="1400"/>
              <a:t>Need to research available heating and cooling systems and see which might work best for the building (e.g., Heat Pump PTACs, Ductless Heat Pumps, etc.)</a:t>
            </a:r>
            <a:endParaRPr/>
          </a:p>
          <a:p>
            <a:pPr indent="-169862" lvl="0" marL="342900" rtl="0" algn="l">
              <a:lnSpc>
                <a:spcPct val="100000"/>
              </a:lnSpc>
              <a:spcBef>
                <a:spcPts val="0"/>
              </a:spcBef>
              <a:spcAft>
                <a:spcPts val="0"/>
              </a:spcAft>
              <a:buClr>
                <a:schemeClr val="dk1"/>
              </a:buClr>
              <a:buSzPts val="1400"/>
              <a:buFont typeface="Arial"/>
              <a:buChar char="•"/>
            </a:pPr>
            <a:r>
              <a:rPr lang="en-US" sz="1400"/>
              <a:t>Since the boiler is owned by the building and the PTACs are owned by the apartment, additional research will be needed to determine cost-sharing strategies</a:t>
            </a:r>
            <a:endParaRPr/>
          </a:p>
          <a:p>
            <a:pPr indent="-169862" lvl="0" marL="342900" rtl="0" algn="l">
              <a:lnSpc>
                <a:spcPct val="100000"/>
              </a:lnSpc>
              <a:spcBef>
                <a:spcPts val="0"/>
              </a:spcBef>
              <a:spcAft>
                <a:spcPts val="0"/>
              </a:spcAft>
              <a:buClr>
                <a:schemeClr val="dk1"/>
              </a:buClr>
              <a:buSzPts val="1400"/>
              <a:buFont typeface="Arial"/>
              <a:buChar char="•"/>
            </a:pPr>
            <a:r>
              <a:rPr lang="en-US" sz="1400"/>
              <a:t>Project costs have already been estimated based on similar projects.</a:t>
            </a:r>
            <a:endParaRPr/>
          </a:p>
          <a:p>
            <a:pPr indent="-80962" lvl="0" marL="342900" rtl="0" algn="l">
              <a:lnSpc>
                <a:spcPct val="100000"/>
              </a:lnSpc>
              <a:spcBef>
                <a:spcPts val="0"/>
              </a:spcBef>
              <a:spcAft>
                <a:spcPts val="0"/>
              </a:spcAft>
              <a:buClr>
                <a:schemeClr val="dk1"/>
              </a:buClr>
              <a:buSzPts val="1400"/>
              <a:buFont typeface="Arial"/>
              <a:buNone/>
            </a:pPr>
            <a:r>
              <a:t/>
            </a:r>
            <a:endParaRPr sz="1400"/>
          </a:p>
          <a:p>
            <a:pPr indent="0" lvl="0" marL="0" rtl="0" algn="l">
              <a:lnSpc>
                <a:spcPct val="100000"/>
              </a:lnSpc>
              <a:spcBef>
                <a:spcPts val="0"/>
              </a:spcBef>
              <a:spcAft>
                <a:spcPts val="0"/>
              </a:spcAft>
              <a:buClr>
                <a:schemeClr val="dk1"/>
              </a:buClr>
              <a:buSzPts val="1400"/>
              <a:buFont typeface="Arial"/>
              <a:buNone/>
            </a:pPr>
            <a:r>
              <a:rPr b="1" lang="en-US" sz="1400"/>
              <a:t>Research Hot Water Systems</a:t>
            </a:r>
            <a:endParaRPr/>
          </a:p>
          <a:p>
            <a:pPr indent="-171450" lvl="0" marL="342900" rtl="0" algn="l">
              <a:lnSpc>
                <a:spcPct val="100000"/>
              </a:lnSpc>
              <a:spcBef>
                <a:spcPts val="0"/>
              </a:spcBef>
              <a:spcAft>
                <a:spcPts val="0"/>
              </a:spcAft>
              <a:buClr>
                <a:schemeClr val="dk1"/>
              </a:buClr>
              <a:buSzPts val="1400"/>
              <a:buFont typeface="Arial"/>
              <a:buChar char="•"/>
            </a:pPr>
            <a:r>
              <a:rPr lang="en-US" sz="1400"/>
              <a:t>The building also has an aging natural gas water heater</a:t>
            </a:r>
            <a:endParaRPr/>
          </a:p>
          <a:p>
            <a:pPr indent="-171450" lvl="0" marL="342900" rtl="0" algn="l">
              <a:lnSpc>
                <a:spcPct val="100000"/>
              </a:lnSpc>
              <a:spcBef>
                <a:spcPts val="0"/>
              </a:spcBef>
              <a:spcAft>
                <a:spcPts val="0"/>
              </a:spcAft>
              <a:buClr>
                <a:schemeClr val="dk1"/>
              </a:buClr>
              <a:buSzPts val="1400"/>
              <a:buFont typeface="Arial"/>
              <a:buChar char="•"/>
            </a:pPr>
            <a:r>
              <a:rPr lang="en-US" sz="1400"/>
              <a:t>Additional research is needed on heat pump water heaters</a:t>
            </a:r>
            <a:endParaRPr/>
          </a:p>
          <a:p>
            <a:pPr indent="-171450" lvl="0" marL="342900" rtl="0" algn="l">
              <a:lnSpc>
                <a:spcPct val="100000"/>
              </a:lnSpc>
              <a:spcBef>
                <a:spcPts val="0"/>
              </a:spcBef>
              <a:spcAft>
                <a:spcPts val="0"/>
              </a:spcAft>
              <a:buClr>
                <a:schemeClr val="dk1"/>
              </a:buClr>
              <a:buSzPts val="1400"/>
              <a:buFont typeface="Arial"/>
              <a:buChar char="•"/>
            </a:pPr>
            <a:r>
              <a:rPr lang="en-US" sz="1400"/>
              <a:t>The building owns electric water heater units, so it may be worth evaluating a hybrid solution.</a:t>
            </a:r>
            <a:endParaRPr/>
          </a:p>
          <a:p>
            <a:pPr indent="-82550" lvl="0" marL="342900" rtl="0" algn="l">
              <a:lnSpc>
                <a:spcPct val="100000"/>
              </a:lnSpc>
              <a:spcBef>
                <a:spcPts val="0"/>
              </a:spcBef>
              <a:spcAft>
                <a:spcPts val="0"/>
              </a:spcAft>
              <a:buClr>
                <a:schemeClr val="dk1"/>
              </a:buClr>
              <a:buSzPts val="1400"/>
              <a:buFont typeface="Arial"/>
              <a:buNone/>
            </a:pPr>
            <a:r>
              <a:t/>
            </a:r>
            <a:endParaRPr sz="1400"/>
          </a:p>
          <a:p>
            <a:pPr indent="0" lvl="0" marL="0" rtl="0" algn="l">
              <a:lnSpc>
                <a:spcPct val="100000"/>
              </a:lnSpc>
              <a:spcBef>
                <a:spcPts val="0"/>
              </a:spcBef>
              <a:spcAft>
                <a:spcPts val="0"/>
              </a:spcAft>
              <a:buClr>
                <a:schemeClr val="dk1"/>
              </a:buClr>
              <a:buSzPts val="1400"/>
              <a:buFont typeface="Arial"/>
              <a:buNone/>
            </a:pPr>
            <a:r>
              <a:rPr b="1" lang="en-US" sz="1400"/>
              <a:t>Deliverables</a:t>
            </a:r>
            <a:r>
              <a:rPr lang="en-US" sz="1400"/>
              <a:t>:</a:t>
            </a:r>
            <a:endParaRPr/>
          </a:p>
          <a:p>
            <a:pPr indent="-169862" lvl="0" marL="342900" rtl="0" algn="l">
              <a:lnSpc>
                <a:spcPct val="100000"/>
              </a:lnSpc>
              <a:spcBef>
                <a:spcPts val="0"/>
              </a:spcBef>
              <a:spcAft>
                <a:spcPts val="0"/>
              </a:spcAft>
              <a:buClr>
                <a:schemeClr val="dk1"/>
              </a:buClr>
              <a:buSzPts val="1400"/>
              <a:buFont typeface="Arial"/>
              <a:buChar char="•"/>
            </a:pPr>
            <a:r>
              <a:rPr lang="en-US" sz="1400"/>
              <a:t>Updated pitch deck for long-term upgrades for pilot building.</a:t>
            </a:r>
            <a:endParaRPr/>
          </a:p>
          <a:p>
            <a:pPr indent="-169862" lvl="0" marL="342900" rtl="0" algn="l">
              <a:lnSpc>
                <a:spcPct val="100000"/>
              </a:lnSpc>
              <a:spcBef>
                <a:spcPts val="0"/>
              </a:spcBef>
              <a:spcAft>
                <a:spcPts val="0"/>
              </a:spcAft>
              <a:buClr>
                <a:schemeClr val="dk1"/>
              </a:buClr>
              <a:buSzPts val="1400"/>
              <a:buFont typeface="Arial"/>
              <a:buChar char="•"/>
            </a:pPr>
            <a:r>
              <a:rPr lang="en-US" sz="1400"/>
              <a:t>Case study on pilot building.</a:t>
            </a:r>
            <a:endParaRPr/>
          </a:p>
        </p:txBody>
      </p:sp>
      <p:pic>
        <p:nvPicPr>
          <p:cNvPr id="490" name="Google Shape;490;p16"/>
          <p:cNvPicPr preferRelativeResize="0"/>
          <p:nvPr/>
        </p:nvPicPr>
        <p:blipFill rotWithShape="1">
          <a:blip r:embed="rId3">
            <a:alphaModFix/>
          </a:blip>
          <a:srcRect b="0" l="0" r="0" t="0"/>
          <a:stretch/>
        </p:blipFill>
        <p:spPr>
          <a:xfrm rot="5400000">
            <a:off x="6908352" y="4255395"/>
            <a:ext cx="2404013" cy="1802712"/>
          </a:xfrm>
          <a:prstGeom prst="rect">
            <a:avLst/>
          </a:prstGeom>
          <a:noFill/>
          <a:ln>
            <a:noFill/>
          </a:ln>
        </p:spPr>
      </p:pic>
      <p:pic>
        <p:nvPicPr>
          <p:cNvPr id="491" name="Google Shape;491;p16"/>
          <p:cNvPicPr preferRelativeResize="0"/>
          <p:nvPr/>
        </p:nvPicPr>
        <p:blipFill rotWithShape="1">
          <a:blip r:embed="rId4">
            <a:alphaModFix/>
          </a:blip>
          <a:srcRect b="0" l="0" r="0" t="0"/>
          <a:stretch/>
        </p:blipFill>
        <p:spPr>
          <a:xfrm rot="5400000">
            <a:off x="9138046" y="4255990"/>
            <a:ext cx="2402821" cy="1802713"/>
          </a:xfrm>
          <a:prstGeom prst="rect">
            <a:avLst/>
          </a:prstGeom>
          <a:noFill/>
          <a:ln>
            <a:noFill/>
          </a:ln>
        </p:spPr>
      </p:pic>
      <p:grpSp>
        <p:nvGrpSpPr>
          <p:cNvPr id="492" name="Google Shape;492;p16"/>
          <p:cNvGrpSpPr/>
          <p:nvPr/>
        </p:nvGrpSpPr>
        <p:grpSpPr>
          <a:xfrm>
            <a:off x="7160602" y="1295683"/>
            <a:ext cx="4080211" cy="2170347"/>
            <a:chOff x="7470279" y="2052004"/>
            <a:chExt cx="4080211" cy="2170347"/>
          </a:xfrm>
        </p:grpSpPr>
        <p:pic>
          <p:nvPicPr>
            <p:cNvPr id="493" name="Google Shape;493;p16"/>
            <p:cNvPicPr preferRelativeResize="0"/>
            <p:nvPr/>
          </p:nvPicPr>
          <p:blipFill rotWithShape="1">
            <a:blip r:embed="rId5">
              <a:alphaModFix/>
            </a:blip>
            <a:srcRect b="-1" l="0" r="0" t="63222"/>
            <a:stretch/>
          </p:blipFill>
          <p:spPr>
            <a:xfrm>
              <a:off x="7492664" y="2052004"/>
              <a:ext cx="4057826" cy="1892600"/>
            </a:xfrm>
            <a:prstGeom prst="rect">
              <a:avLst/>
            </a:prstGeom>
            <a:noFill/>
            <a:ln>
              <a:noFill/>
            </a:ln>
          </p:spPr>
        </p:pic>
        <p:pic>
          <p:nvPicPr>
            <p:cNvPr id="494" name="Google Shape;494;p16"/>
            <p:cNvPicPr preferRelativeResize="0"/>
            <p:nvPr/>
          </p:nvPicPr>
          <p:blipFill rotWithShape="1">
            <a:blip r:embed="rId5">
              <a:alphaModFix/>
            </a:blip>
            <a:srcRect b="57225" l="0" r="0" t="32050"/>
            <a:stretch/>
          </p:blipFill>
          <p:spPr>
            <a:xfrm>
              <a:off x="7470279" y="3670473"/>
              <a:ext cx="4057826" cy="551878"/>
            </a:xfrm>
            <a:prstGeom prst="rect">
              <a:avLst/>
            </a:prstGeom>
            <a:noFill/>
            <a:ln>
              <a:noFill/>
            </a:ln>
          </p:spPr>
        </p:pic>
      </p:grpSp>
      <p:sp>
        <p:nvSpPr>
          <p:cNvPr id="495" name="Google Shape;495;p16"/>
          <p:cNvSpPr txBox="1"/>
          <p:nvPr/>
        </p:nvSpPr>
        <p:spPr>
          <a:xfrm>
            <a:off x="7066280" y="3490527"/>
            <a:ext cx="4291239" cy="16158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sng" cap="none" strike="noStrike">
                <a:solidFill>
                  <a:schemeClr val="lt2"/>
                </a:solidFill>
                <a:latin typeface="Arial"/>
                <a:ea typeface="Arial"/>
                <a:cs typeface="Arial"/>
                <a:sym typeface="Arial"/>
                <a:hlinkClick r:id="rId6">
                  <a:extLst>
                    <a:ext uri="{A12FA001-AC4F-418D-AE19-62706E023703}">
                      <ahyp:hlinkClr val="tx"/>
                    </a:ext>
                  </a:extLst>
                </a:hlinkClick>
              </a:rPr>
              <a:t>BE-Ex Low Carbon Multifamily Retrofit Playbooks: Post-1980 8+ Stories</a:t>
            </a:r>
            <a:endParaRPr b="0" i="0" sz="1050" u="none" cap="none" strike="noStrike">
              <a:solidFill>
                <a:schemeClr val="lt2"/>
              </a:solidFill>
              <a:latin typeface="Arial"/>
              <a:ea typeface="Arial"/>
              <a:cs typeface="Arial"/>
              <a:sym typeface="Arial"/>
            </a:endParaRPr>
          </a:p>
        </p:txBody>
      </p:sp>
      <p:sp>
        <p:nvSpPr>
          <p:cNvPr id="496" name="Google Shape;496;p16"/>
          <p:cNvSpPr txBox="1"/>
          <p:nvPr/>
        </p:nvSpPr>
        <p:spPr>
          <a:xfrm>
            <a:off x="7494643" y="6423195"/>
            <a:ext cx="1231430"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chemeClr val="lt2"/>
                </a:solidFill>
                <a:latin typeface="Arial"/>
                <a:ea typeface="Arial"/>
                <a:cs typeface="Arial"/>
                <a:sym typeface="Arial"/>
              </a:rPr>
              <a:t>Aging Boiler in Pilot Building </a:t>
            </a:r>
            <a:endParaRPr/>
          </a:p>
        </p:txBody>
      </p:sp>
      <p:sp>
        <p:nvSpPr>
          <p:cNvPr id="497" name="Google Shape;497;p16"/>
          <p:cNvSpPr txBox="1"/>
          <p:nvPr/>
        </p:nvSpPr>
        <p:spPr>
          <a:xfrm>
            <a:off x="9620486" y="6415770"/>
            <a:ext cx="1437939"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chemeClr val="lt2"/>
                </a:solidFill>
                <a:latin typeface="Arial"/>
                <a:ea typeface="Arial"/>
                <a:cs typeface="Arial"/>
                <a:sym typeface="Arial"/>
              </a:rPr>
              <a:t>Aging Water Heater in Pilot Building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7"/>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538D5E"/>
              </a:buClr>
              <a:buSzPts val="2800"/>
              <a:buFont typeface="Arial"/>
              <a:buNone/>
            </a:pPr>
            <a:r>
              <a:rPr lang="en-US" sz="2800">
                <a:solidFill>
                  <a:srgbClr val="538D5E"/>
                </a:solidFill>
              </a:rPr>
              <a:t>Long-term Vision</a:t>
            </a:r>
            <a:r>
              <a:rPr lang="en-US" sz="2800"/>
              <a:t>: Expand to Other Buildings and Cities</a:t>
            </a:r>
            <a:endParaRPr/>
          </a:p>
        </p:txBody>
      </p:sp>
      <p:sp>
        <p:nvSpPr>
          <p:cNvPr id="504" name="Google Shape;504;p17"/>
          <p:cNvSpPr txBox="1"/>
          <p:nvPr>
            <p:ph idx="2" type="body"/>
          </p:nvPr>
        </p:nvSpPr>
        <p:spPr>
          <a:xfrm>
            <a:off x="795529" y="1178941"/>
            <a:ext cx="4652543" cy="4877680"/>
          </a:xfrm>
          <a:prstGeom prst="rect">
            <a:avLst/>
          </a:prstGeom>
          <a:noFill/>
          <a:ln>
            <a:noFill/>
          </a:ln>
        </p:spPr>
        <p:txBody>
          <a:bodyPr anchorCtr="0" anchor="t" bIns="0" lIns="0" spcFirstLastPara="1" rIns="0" wrap="square" tIns="0">
            <a:normAutofit fontScale="77500" lnSpcReduction="20000"/>
          </a:bodyPr>
          <a:lstStyle/>
          <a:p>
            <a:pPr indent="0" lvl="0" marL="0" rtl="0" algn="l">
              <a:lnSpc>
                <a:spcPct val="120000"/>
              </a:lnSpc>
              <a:spcBef>
                <a:spcPts val="0"/>
              </a:spcBef>
              <a:spcAft>
                <a:spcPts val="0"/>
              </a:spcAft>
              <a:buClr>
                <a:schemeClr val="dk1"/>
              </a:buClr>
              <a:buSzPct val="97297"/>
              <a:buFont typeface="Arial"/>
              <a:buNone/>
            </a:pPr>
            <a:r>
              <a:rPr b="1" lang="en-US"/>
              <a:t>Background</a:t>
            </a:r>
            <a:endParaRPr/>
          </a:p>
          <a:p>
            <a:pPr indent="-169862" lvl="0" marL="342900" rtl="0" algn="l">
              <a:lnSpc>
                <a:spcPct val="120000"/>
              </a:lnSpc>
              <a:spcBef>
                <a:spcPts val="0"/>
              </a:spcBef>
              <a:spcAft>
                <a:spcPts val="0"/>
              </a:spcAft>
              <a:buClr>
                <a:schemeClr val="dk1"/>
              </a:buClr>
              <a:buSzPct val="97297"/>
              <a:buFont typeface="Arial"/>
              <a:buChar char="•"/>
            </a:pPr>
            <a:r>
              <a:rPr lang="en-US"/>
              <a:t>Expand the model used for the pilot building to a business focused on consulting and project management services to help buildings afford the full range of building upgrades needed emissions standards</a:t>
            </a:r>
            <a:endParaRPr/>
          </a:p>
          <a:p>
            <a:pPr indent="-78866" lvl="0" marL="342900" rtl="0" algn="l">
              <a:lnSpc>
                <a:spcPct val="120000"/>
              </a:lnSpc>
              <a:spcBef>
                <a:spcPts val="0"/>
              </a:spcBef>
              <a:spcAft>
                <a:spcPts val="0"/>
              </a:spcAft>
              <a:buClr>
                <a:schemeClr val="dk1"/>
              </a:buClr>
              <a:buSzPct val="100000"/>
              <a:buFont typeface="Arial"/>
              <a:buNone/>
            </a:pPr>
            <a:r>
              <a:t/>
            </a:r>
            <a:endParaRPr/>
          </a:p>
          <a:p>
            <a:pPr indent="0" lvl="0" marL="0" rtl="0" algn="l">
              <a:lnSpc>
                <a:spcPct val="120000"/>
              </a:lnSpc>
              <a:spcBef>
                <a:spcPts val="0"/>
              </a:spcBef>
              <a:spcAft>
                <a:spcPts val="0"/>
              </a:spcAft>
              <a:buClr>
                <a:schemeClr val="dk1"/>
              </a:buClr>
              <a:buSzPct val="97297"/>
              <a:buFont typeface="Arial"/>
              <a:buNone/>
            </a:pPr>
            <a:r>
              <a:rPr b="1" lang="en-US"/>
              <a:t>Activities</a:t>
            </a:r>
            <a:r>
              <a:rPr lang="en-US"/>
              <a:t>: </a:t>
            </a:r>
            <a:endParaRPr/>
          </a:p>
          <a:p>
            <a:pPr indent="-169862" lvl="0" marL="342900" rtl="0" algn="l">
              <a:lnSpc>
                <a:spcPct val="120000"/>
              </a:lnSpc>
              <a:spcBef>
                <a:spcPts val="0"/>
              </a:spcBef>
              <a:spcAft>
                <a:spcPts val="0"/>
              </a:spcAft>
              <a:buClr>
                <a:schemeClr val="dk1"/>
              </a:buClr>
              <a:buSzPct val="97297"/>
              <a:buFont typeface="Arial"/>
              <a:buChar char="•"/>
            </a:pPr>
            <a:r>
              <a:rPr lang="en-US"/>
              <a:t>Research the market (buildings in NYC that are likely to encounter challenges affording LL97 upgrades).</a:t>
            </a:r>
            <a:endParaRPr/>
          </a:p>
          <a:p>
            <a:pPr indent="-169862" lvl="0" marL="342900" rtl="0" algn="l">
              <a:lnSpc>
                <a:spcPct val="120000"/>
              </a:lnSpc>
              <a:spcBef>
                <a:spcPts val="0"/>
              </a:spcBef>
              <a:spcAft>
                <a:spcPts val="0"/>
              </a:spcAft>
              <a:buClr>
                <a:schemeClr val="dk1"/>
              </a:buClr>
              <a:buSzPct val="97297"/>
              <a:buFont typeface="Arial"/>
              <a:buChar char="•"/>
            </a:pPr>
            <a:r>
              <a:rPr lang="en-US"/>
              <a:t>Research potential competitors in the space to identify unoccupied niches and key differentiators.</a:t>
            </a:r>
            <a:endParaRPr/>
          </a:p>
          <a:p>
            <a:pPr indent="-169862" lvl="0" marL="342900" rtl="0" algn="l">
              <a:lnSpc>
                <a:spcPct val="120000"/>
              </a:lnSpc>
              <a:spcBef>
                <a:spcPts val="0"/>
              </a:spcBef>
              <a:spcAft>
                <a:spcPts val="0"/>
              </a:spcAft>
              <a:buClr>
                <a:schemeClr val="dk1"/>
              </a:buClr>
              <a:buSzPct val="97297"/>
              <a:buFont typeface="Arial"/>
              <a:buChar char="•"/>
            </a:pPr>
            <a:r>
              <a:rPr lang="en-US"/>
              <a:t>Build a business plan that includes a profit model and commercialization strategy.</a:t>
            </a:r>
            <a:endParaRPr/>
          </a:p>
          <a:p>
            <a:pPr indent="-78866" lvl="0" marL="342900" rtl="0" algn="l">
              <a:lnSpc>
                <a:spcPct val="120000"/>
              </a:lnSpc>
              <a:spcBef>
                <a:spcPts val="0"/>
              </a:spcBef>
              <a:spcAft>
                <a:spcPts val="0"/>
              </a:spcAft>
              <a:buClr>
                <a:schemeClr val="dk1"/>
              </a:buClr>
              <a:buSzPct val="100000"/>
              <a:buFont typeface="Arial"/>
              <a:buNone/>
            </a:pPr>
            <a:r>
              <a:t/>
            </a:r>
            <a:endParaRPr/>
          </a:p>
          <a:p>
            <a:pPr indent="0" lvl="0" marL="0" rtl="0" algn="l">
              <a:lnSpc>
                <a:spcPct val="120000"/>
              </a:lnSpc>
              <a:spcBef>
                <a:spcPts val="0"/>
              </a:spcBef>
              <a:spcAft>
                <a:spcPts val="0"/>
              </a:spcAft>
              <a:buClr>
                <a:schemeClr val="dk1"/>
              </a:buClr>
              <a:buSzPct val="97297"/>
              <a:buFont typeface="Arial"/>
              <a:buNone/>
            </a:pPr>
            <a:r>
              <a:rPr b="1" lang="en-US"/>
              <a:t>Deliverables</a:t>
            </a:r>
            <a:r>
              <a:rPr lang="en-US"/>
              <a:t>:</a:t>
            </a:r>
            <a:endParaRPr/>
          </a:p>
          <a:p>
            <a:pPr indent="-169862" lvl="0" marL="342900" rtl="0" algn="l">
              <a:lnSpc>
                <a:spcPct val="120000"/>
              </a:lnSpc>
              <a:spcBef>
                <a:spcPts val="0"/>
              </a:spcBef>
              <a:spcAft>
                <a:spcPts val="0"/>
              </a:spcAft>
              <a:buClr>
                <a:schemeClr val="dk1"/>
              </a:buClr>
              <a:buSzPct val="97297"/>
              <a:buFont typeface="Arial"/>
              <a:buChar char="•"/>
            </a:pPr>
            <a:r>
              <a:rPr lang="en-US"/>
              <a:t>Written business plan.</a:t>
            </a:r>
            <a:endParaRPr/>
          </a:p>
          <a:p>
            <a:pPr indent="0" lvl="0" marL="0" rtl="0" algn="l">
              <a:lnSpc>
                <a:spcPct val="120000"/>
              </a:lnSpc>
              <a:spcBef>
                <a:spcPts val="0"/>
              </a:spcBef>
              <a:spcAft>
                <a:spcPts val="0"/>
              </a:spcAft>
              <a:buClr>
                <a:schemeClr val="dk1"/>
              </a:buClr>
              <a:buSzPct val="100000"/>
              <a:buFont typeface="Arial"/>
              <a:buNone/>
            </a:pPr>
            <a:r>
              <a:t/>
            </a:r>
            <a:endParaRPr/>
          </a:p>
          <a:p>
            <a:pPr indent="0" lvl="0" marL="0" rtl="0" algn="l">
              <a:lnSpc>
                <a:spcPct val="120000"/>
              </a:lnSpc>
              <a:spcBef>
                <a:spcPts val="0"/>
              </a:spcBef>
              <a:spcAft>
                <a:spcPts val="0"/>
              </a:spcAft>
              <a:buClr>
                <a:schemeClr val="dk1"/>
              </a:buClr>
              <a:buSzPct val="97297"/>
              <a:buFont typeface="Arial"/>
              <a:buNone/>
            </a:pPr>
            <a:r>
              <a:rPr b="1" lang="en-US"/>
              <a:t>Impact</a:t>
            </a:r>
            <a:r>
              <a:rPr lang="en-US"/>
              <a:t>:</a:t>
            </a:r>
            <a:endParaRPr/>
          </a:p>
          <a:p>
            <a:pPr indent="-169862" lvl="0" marL="342900" rtl="0" algn="l">
              <a:lnSpc>
                <a:spcPct val="120000"/>
              </a:lnSpc>
              <a:spcBef>
                <a:spcPts val="0"/>
              </a:spcBef>
              <a:spcAft>
                <a:spcPts val="0"/>
              </a:spcAft>
              <a:buClr>
                <a:schemeClr val="dk1"/>
              </a:buClr>
              <a:buSzPct val="97297"/>
              <a:buFont typeface="Arial"/>
              <a:buChar char="•"/>
            </a:pPr>
            <a:r>
              <a:rPr lang="en-US"/>
              <a:t>Emissions reduction the 50,000+ buildings that are held to LL97 emissions standards.</a:t>
            </a:r>
            <a:endParaRPr/>
          </a:p>
        </p:txBody>
      </p:sp>
      <p:sp>
        <p:nvSpPr>
          <p:cNvPr id="505" name="Google Shape;505;p17"/>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pic>
        <p:nvPicPr>
          <p:cNvPr id="506" name="Google Shape;506;p17"/>
          <p:cNvPicPr preferRelativeResize="0"/>
          <p:nvPr/>
        </p:nvPicPr>
        <p:blipFill rotWithShape="1">
          <a:blip r:embed="rId3">
            <a:alphaModFix/>
          </a:blip>
          <a:srcRect b="0" l="9258" r="0" t="0"/>
          <a:stretch/>
        </p:blipFill>
        <p:spPr>
          <a:xfrm>
            <a:off x="5823810" y="1508105"/>
            <a:ext cx="5569614" cy="40878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18"/>
          <p:cNvSpPr txBox="1"/>
          <p:nvPr>
            <p:ph type="title"/>
          </p:nvPr>
        </p:nvSpPr>
        <p:spPr>
          <a:xfrm>
            <a:off x="795528" y="365125"/>
            <a:ext cx="10597896" cy="813816"/>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2800"/>
              <a:buFont typeface="Arial"/>
              <a:buNone/>
            </a:pPr>
            <a:r>
              <a:rPr lang="en-US" sz="2800"/>
              <a:t>Team-related Needs</a:t>
            </a:r>
            <a:endParaRPr/>
          </a:p>
        </p:txBody>
      </p:sp>
      <p:sp>
        <p:nvSpPr>
          <p:cNvPr id="513" name="Google Shape;513;p18"/>
          <p:cNvSpPr txBox="1"/>
          <p:nvPr>
            <p:ph idx="2" type="body"/>
          </p:nvPr>
        </p:nvSpPr>
        <p:spPr>
          <a:xfrm>
            <a:off x="795529" y="1626416"/>
            <a:ext cx="10597895" cy="4401608"/>
          </a:xfrm>
          <a:prstGeom prst="rect">
            <a:avLst/>
          </a:prstGeom>
          <a:noFill/>
          <a:ln>
            <a:noFill/>
          </a:ln>
        </p:spPr>
        <p:txBody>
          <a:bodyPr anchorCtr="0" anchor="t" bIns="0" lIns="0" spcFirstLastPara="1" rIns="0" wrap="square" tIns="0">
            <a:normAutofit/>
          </a:bodyPr>
          <a:lstStyle/>
          <a:p>
            <a:pPr indent="-342900" lvl="0" marL="342900" rtl="0" algn="l">
              <a:lnSpc>
                <a:spcPct val="90000"/>
              </a:lnSpc>
              <a:spcBef>
                <a:spcPts val="0"/>
              </a:spcBef>
              <a:spcAft>
                <a:spcPts val="0"/>
              </a:spcAft>
              <a:buClr>
                <a:schemeClr val="dk1"/>
              </a:buClr>
              <a:buSzPts val="1800"/>
              <a:buFont typeface="Arial"/>
              <a:buChar char="•"/>
            </a:pPr>
            <a:r>
              <a:rPr b="1" lang="en-US"/>
              <a:t>Financial professionals</a:t>
            </a:r>
            <a:r>
              <a:rPr lang="en-US"/>
              <a:t>, particularly those with experience with navigating building budgets, financing (mortgages, loans, or energy service agreements), or carbon credit purchasing</a:t>
            </a:r>
            <a:endParaRPr/>
          </a:p>
          <a:p>
            <a:pPr indent="-342900" lvl="0" marL="342900" rtl="0" algn="l">
              <a:lnSpc>
                <a:spcPct val="90000"/>
              </a:lnSpc>
              <a:spcBef>
                <a:spcPts val="1000"/>
              </a:spcBef>
              <a:spcAft>
                <a:spcPts val="0"/>
              </a:spcAft>
              <a:buClr>
                <a:schemeClr val="dk1"/>
              </a:buClr>
              <a:buSzPts val="1800"/>
              <a:buFont typeface="Arial"/>
              <a:buChar char="•"/>
            </a:pPr>
            <a:r>
              <a:rPr b="1" lang="en-US"/>
              <a:t>Marketing or sales professionals</a:t>
            </a:r>
            <a:r>
              <a:rPr lang="en-US"/>
              <a:t>, particularly those </a:t>
            </a:r>
            <a:r>
              <a:rPr lang="en-US">
                <a:solidFill>
                  <a:srgbClr val="46474E"/>
                </a:solidFill>
              </a:rPr>
              <a:t>who have </a:t>
            </a:r>
            <a:r>
              <a:rPr lang="en-US"/>
              <a:t>experience with retrofits or upgrades sold to residential buildings (or similar)</a:t>
            </a:r>
            <a:endParaRPr/>
          </a:p>
          <a:p>
            <a:pPr indent="-342900" lvl="0" marL="342900" rtl="0" algn="l">
              <a:lnSpc>
                <a:spcPct val="90000"/>
              </a:lnSpc>
              <a:spcBef>
                <a:spcPts val="1000"/>
              </a:spcBef>
              <a:spcAft>
                <a:spcPts val="0"/>
              </a:spcAft>
              <a:buClr>
                <a:schemeClr val="dk1"/>
              </a:buClr>
              <a:buSzPts val="1800"/>
              <a:buFont typeface="Arial"/>
              <a:buChar char="•"/>
            </a:pPr>
            <a:r>
              <a:rPr b="1" lang="en-US"/>
              <a:t>Architects, Civil Engineers, General Contractors, and other technical professionals </a:t>
            </a:r>
            <a:r>
              <a:rPr lang="en-US"/>
              <a:t>who have experience with technology or materials related to improving building energy efficiency</a:t>
            </a:r>
            <a:endParaRPr/>
          </a:p>
          <a:p>
            <a:pPr indent="-342900" lvl="1" marL="571500" rtl="0" algn="l">
              <a:lnSpc>
                <a:spcPct val="90000"/>
              </a:lnSpc>
              <a:spcBef>
                <a:spcPts val="500"/>
              </a:spcBef>
              <a:spcAft>
                <a:spcPts val="0"/>
              </a:spcAft>
              <a:buClr>
                <a:schemeClr val="lt2"/>
              </a:buClr>
              <a:buSzPts val="1800"/>
              <a:buChar char="•"/>
            </a:pPr>
            <a:r>
              <a:rPr lang="en-US"/>
              <a:t>Examples: HVAC systems, water heating systems, low flow water distribution systems, roof and wall insulation, air sealing, windows, lighting, building automation or energy management systems.</a:t>
            </a:r>
            <a:endParaRPr/>
          </a:p>
          <a:p>
            <a:pPr indent="-342900" lvl="0" marL="342900" rtl="0" algn="l">
              <a:lnSpc>
                <a:spcPct val="90000"/>
              </a:lnSpc>
              <a:spcBef>
                <a:spcPts val="1000"/>
              </a:spcBef>
              <a:spcAft>
                <a:spcPts val="0"/>
              </a:spcAft>
              <a:buClr>
                <a:schemeClr val="dk1"/>
              </a:buClr>
              <a:buSzPts val="1800"/>
              <a:buFont typeface="Arial"/>
              <a:buChar char="•"/>
            </a:pPr>
            <a:r>
              <a:rPr b="1" lang="en-US"/>
              <a:t>Project Managers</a:t>
            </a:r>
            <a:endParaRPr/>
          </a:p>
          <a:p>
            <a:pPr indent="-342900" lvl="0" marL="342900" rtl="0" algn="l">
              <a:lnSpc>
                <a:spcPct val="90000"/>
              </a:lnSpc>
              <a:spcBef>
                <a:spcPts val="1000"/>
              </a:spcBef>
              <a:spcAft>
                <a:spcPts val="0"/>
              </a:spcAft>
              <a:buClr>
                <a:schemeClr val="dk1"/>
              </a:buClr>
              <a:buSzPts val="1800"/>
              <a:buFont typeface="Arial"/>
              <a:buChar char="•"/>
            </a:pPr>
            <a:r>
              <a:rPr b="1" lang="en-US"/>
              <a:t>New York City residents</a:t>
            </a:r>
            <a:r>
              <a:rPr lang="en-US"/>
              <a:t>, particularly those who live in buildings where energy efficiency upgrades are needed, planned, or being implemented</a:t>
            </a:r>
            <a:endParaRPr/>
          </a:p>
          <a:p>
            <a:pPr indent="-342900" lvl="0" marL="342900" rtl="0" algn="l">
              <a:lnSpc>
                <a:spcPct val="90000"/>
              </a:lnSpc>
              <a:spcBef>
                <a:spcPts val="1000"/>
              </a:spcBef>
              <a:spcAft>
                <a:spcPts val="0"/>
              </a:spcAft>
              <a:buClr>
                <a:schemeClr val="dk1"/>
              </a:buClr>
              <a:buSzPts val="1800"/>
              <a:buFont typeface="Arial"/>
              <a:buChar char="•"/>
            </a:pPr>
            <a:r>
              <a:rPr lang="en-US"/>
              <a:t>Any others with a strong interest in the project!</a:t>
            </a:r>
            <a:endParaRPr/>
          </a:p>
        </p:txBody>
      </p:sp>
      <p:sp>
        <p:nvSpPr>
          <p:cNvPr id="514" name="Google Shape;514;p18"/>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19"/>
          <p:cNvSpPr txBox="1"/>
          <p:nvPr>
            <p:ph type="title"/>
          </p:nvPr>
        </p:nvSpPr>
        <p:spPr>
          <a:xfrm>
            <a:off x="795528" y="365125"/>
            <a:ext cx="10597896" cy="813816"/>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dk1"/>
              </a:buClr>
              <a:buSzPts val="2800"/>
              <a:buFont typeface="Arial"/>
              <a:buNone/>
            </a:pPr>
            <a:r>
              <a:rPr lang="en-US" sz="2800"/>
              <a:t>Thanks again to everyone on the team!</a:t>
            </a:r>
            <a:endParaRPr b="0" sz="2800"/>
          </a:p>
        </p:txBody>
      </p:sp>
      <p:sp>
        <p:nvSpPr>
          <p:cNvPr id="521" name="Google Shape;521;p19"/>
          <p:cNvSpPr txBox="1"/>
          <p:nvPr>
            <p:ph idx="12" type="sldNum"/>
          </p:nvPr>
        </p:nvSpPr>
        <p:spPr>
          <a:xfrm>
            <a:off x="10977372" y="6475499"/>
            <a:ext cx="416052" cy="18288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US">
                <a:solidFill>
                  <a:srgbClr val="8A8A90"/>
                </a:solidFill>
              </a:rPr>
              <a:t>‹#›</a:t>
            </a:fld>
            <a:endParaRPr>
              <a:solidFill>
                <a:srgbClr val="8A8A90"/>
              </a:solidFill>
            </a:endParaRPr>
          </a:p>
        </p:txBody>
      </p:sp>
      <p:sp>
        <p:nvSpPr>
          <p:cNvPr id="522" name="Google Shape;522;p19"/>
          <p:cNvSpPr txBox="1"/>
          <p:nvPr>
            <p:ph idx="3" type="body"/>
          </p:nvPr>
        </p:nvSpPr>
        <p:spPr>
          <a:xfrm>
            <a:off x="795338" y="6053328"/>
            <a:ext cx="10601325" cy="128016"/>
          </a:xfrm>
          <a:prstGeom prst="rect">
            <a:avLst/>
          </a:prstGeom>
          <a:noFill/>
          <a:ln>
            <a:noFill/>
          </a:ln>
        </p:spPr>
        <p:txBody>
          <a:bodyPr anchorCtr="0" anchor="t" bIns="0" lIns="0" spcFirstLastPara="1" rIns="0" wrap="square" tIns="0">
            <a:normAutofit fontScale="55000" lnSpcReduction="20000"/>
          </a:bodyPr>
          <a:lstStyle/>
          <a:p>
            <a:pPr indent="0" lvl="0" marL="0" marR="0" rtl="0" algn="l">
              <a:lnSpc>
                <a:spcPct val="107000"/>
              </a:lnSpc>
              <a:spcBef>
                <a:spcPts val="0"/>
              </a:spcBef>
              <a:spcAft>
                <a:spcPts val="0"/>
              </a:spcAft>
              <a:buClr>
                <a:schemeClr val="lt2"/>
              </a:buClr>
              <a:buSzPct val="100000"/>
              <a:buFont typeface="Arial"/>
              <a:buNone/>
            </a:pPr>
            <a:r>
              <a:t/>
            </a:r>
            <a:endParaRPr b="0" i="0" sz="1600">
              <a:solidFill>
                <a:srgbClr val="19283A"/>
              </a:solidFill>
              <a:highlight>
                <a:srgbClr val="FFFFFF"/>
              </a:highlight>
              <a:latin typeface="Arial"/>
              <a:ea typeface="Arial"/>
              <a:cs typeface="Arial"/>
              <a:sym typeface="Arial"/>
            </a:endParaRPr>
          </a:p>
        </p:txBody>
      </p:sp>
      <p:pic>
        <p:nvPicPr>
          <p:cNvPr id="523" name="Google Shape;523;p19"/>
          <p:cNvPicPr preferRelativeResize="0"/>
          <p:nvPr>
            <p:ph idx="1" type="body"/>
          </p:nvPr>
        </p:nvPicPr>
        <p:blipFill rotWithShape="1">
          <a:blip r:embed="rId3">
            <a:alphaModFix/>
          </a:blip>
          <a:srcRect b="14947" l="0" r="0" t="0"/>
          <a:stretch/>
        </p:blipFill>
        <p:spPr>
          <a:xfrm>
            <a:off x="2986570" y="1301750"/>
            <a:ext cx="6215686" cy="3965575"/>
          </a:xfrm>
          <a:prstGeom prst="rect">
            <a:avLst/>
          </a:prstGeom>
          <a:noFill/>
          <a:ln>
            <a:noFill/>
          </a:ln>
        </p:spPr>
      </p:pic>
      <p:pic>
        <p:nvPicPr>
          <p:cNvPr id="524" name="Google Shape;524;p19"/>
          <p:cNvPicPr preferRelativeResize="0"/>
          <p:nvPr/>
        </p:nvPicPr>
        <p:blipFill rotWithShape="1">
          <a:blip r:embed="rId4">
            <a:alphaModFix/>
          </a:blip>
          <a:srcRect b="0" l="0" r="0" t="0"/>
          <a:stretch/>
        </p:blipFill>
        <p:spPr>
          <a:xfrm>
            <a:off x="7240376" y="3900487"/>
            <a:ext cx="1480888" cy="1366838"/>
          </a:xfrm>
          <a:prstGeom prst="rect">
            <a:avLst/>
          </a:prstGeom>
          <a:noFill/>
          <a:ln>
            <a:noFill/>
          </a:ln>
        </p:spPr>
      </p:pic>
      <p:pic>
        <p:nvPicPr>
          <p:cNvPr id="525" name="Google Shape;525;p19"/>
          <p:cNvPicPr preferRelativeResize="0"/>
          <p:nvPr/>
        </p:nvPicPr>
        <p:blipFill rotWithShape="1">
          <a:blip r:embed="rId5">
            <a:alphaModFix/>
          </a:blip>
          <a:srcRect b="34310" l="0" r="-1626" t="0"/>
          <a:stretch/>
        </p:blipFill>
        <p:spPr>
          <a:xfrm>
            <a:off x="5103287" y="3850105"/>
            <a:ext cx="1717473" cy="1417220"/>
          </a:xfrm>
          <a:prstGeom prst="rect">
            <a:avLst/>
          </a:prstGeom>
          <a:noFill/>
          <a:ln>
            <a:noFill/>
          </a:ln>
        </p:spPr>
      </p:pic>
      <p:pic>
        <p:nvPicPr>
          <p:cNvPr id="526" name="Google Shape;526;p19"/>
          <p:cNvPicPr preferRelativeResize="0"/>
          <p:nvPr/>
        </p:nvPicPr>
        <p:blipFill rotWithShape="1">
          <a:blip r:embed="rId6">
            <a:alphaModFix/>
          </a:blip>
          <a:srcRect b="20499" l="0" r="0" t="0"/>
          <a:stretch/>
        </p:blipFill>
        <p:spPr>
          <a:xfrm>
            <a:off x="5759649" y="3816417"/>
            <a:ext cx="1656417" cy="1450908"/>
          </a:xfrm>
          <a:prstGeom prst="rect">
            <a:avLst/>
          </a:prstGeom>
          <a:noFill/>
          <a:ln>
            <a:noFill/>
          </a:ln>
        </p:spPr>
      </p:pic>
      <p:sp>
        <p:nvSpPr>
          <p:cNvPr id="527" name="Google Shape;527;p19"/>
          <p:cNvSpPr txBox="1"/>
          <p:nvPr/>
        </p:nvSpPr>
        <p:spPr>
          <a:xfrm>
            <a:off x="3048324" y="5390134"/>
            <a:ext cx="6215686" cy="21544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00" u="none" cap="none" strike="noStrike">
                <a:solidFill>
                  <a:schemeClr val="lt2"/>
                </a:solidFill>
                <a:latin typeface="Arial"/>
                <a:ea typeface="Arial"/>
                <a:cs typeface="Arial"/>
                <a:sym typeface="Arial"/>
              </a:rPr>
              <a:t>(Slightly Edited!) Team Photo at Newlab in Brooklyn Navy Yard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rchitect Infographics by Slidesgo">
  <a:themeElements>
    <a:clrScheme name="Simple Light">
      <a:dk1>
        <a:srgbClr val="000000"/>
      </a:dk1>
      <a:lt1>
        <a:srgbClr val="FFFFFF"/>
      </a:lt1>
      <a:dk2>
        <a:srgbClr val="F3F3F3"/>
      </a:dk2>
      <a:lt2>
        <a:srgbClr val="DCE6EB"/>
      </a:lt2>
      <a:accent1>
        <a:srgbClr val="D7CE93"/>
      </a:accent1>
      <a:accent2>
        <a:srgbClr val="A3A37F"/>
      </a:accent2>
      <a:accent3>
        <a:srgbClr val="D8A48F"/>
      </a:accent3>
      <a:accent4>
        <a:srgbClr val="BB8487"/>
      </a:accent4>
      <a:accent5>
        <a:srgbClr val="F9D5BB"/>
      </a:accent5>
      <a:accent6>
        <a:srgbClr val="8C624C"/>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uitive 2018 for ALL New Slides">
  <a:themeElements>
    <a:clrScheme name="Intuitive Final POTX Colors">
      <a:dk1>
        <a:srgbClr val="46474E"/>
      </a:dk1>
      <a:lt1>
        <a:srgbClr val="FFFFFF"/>
      </a:lt1>
      <a:dk2>
        <a:srgbClr val="000000"/>
      </a:dk2>
      <a:lt2>
        <a:srgbClr val="8A8A90"/>
      </a:lt2>
      <a:accent1>
        <a:srgbClr val="0F25D1"/>
      </a:accent1>
      <a:accent2>
        <a:srgbClr val="AFD5ED"/>
      </a:accent2>
      <a:accent3>
        <a:srgbClr val="21AFBD"/>
      </a:accent3>
      <a:accent4>
        <a:srgbClr val="72C8D0"/>
      </a:accent4>
      <a:accent5>
        <a:srgbClr val="8000FF"/>
      </a:accent5>
      <a:accent6>
        <a:srgbClr val="A36FF3"/>
      </a:accent6>
      <a:hlink>
        <a:srgbClr val="0E24D0"/>
      </a:hlink>
      <a:folHlink>
        <a:srgbClr val="D2D2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2019-01-08T18:12:29Z</dcterms:created>
  <dc:creator>Samuel Curtis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0x0101005AEF34F150DC9B4C9C74F53953F8F8CC</vt:lpwstr>
  </property>
</Properties>
</file>